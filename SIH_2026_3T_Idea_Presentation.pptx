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5303520" cy="32004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6B49"/>
                </a:solidFill>
              </a:defRPr>
            </a:pPr>
            <a:r>
              <a:t>SMART INDIA HACKATHON 2026  •  THEME: AGRICULTURE &amp;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4E3B"/>
                </a:solidFill>
              </a:defRPr>
            </a:pPr>
            <a:r>
              <a:t>3T – TIME TO TIME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From Milk Collection to Transparent Digital Payment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606040"/>
            <a:ext cx="2423160" cy="11887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1. MILK COLLECTION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Dairy farmer brings milk</a:t>
            </a:r>
            <a:br/>
            <a:r>
              <a:t>to village collection center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606040"/>
            <a:ext cx="2423160" cy="11887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2. DATA INGESTION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Digital Weighing Scale +</a:t>
            </a:r>
            <a:br/>
            <a:r>
              <a:t>Milk Quality Analyzer (FAT/SNF)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06040"/>
            <a:ext cx="2423160" cy="11887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3. PRICING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Automated calculation via</a:t>
            </a:r>
            <a:br/>
            <a:r>
              <a:t>configured quality rate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606040"/>
            <a:ext cx="242316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4. DIGITAL PAYMENT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Direct bank/UPI payout +</a:t>
            </a:r>
            <a:br/>
            <a:r>
              <a:t>Instant farmer passbook slip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PROBLEM STATEMENT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PS ID: [INSERT OFFICIAL PS ID]</a:t>
            </a:r>
            <a:br/>
            <a:r>
              <a:t>Category: Software</a:t>
            </a:r>
            <a:br/>
            <a:r>
              <a:t>Domain: Agriculture, FoodTech &amp; Rural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9768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TEAM INFORMATION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Team ID: [INSERT TEAM ID]</a:t>
            </a:r>
            <a:br/>
            <a:r>
              <a:t>Team Name: [INSERT REGISTERED TEAM NAME]</a:t>
            </a:r>
            <a:br/>
            <a:r>
              <a:t>Role: Full-Stack Dairy FinTech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297680"/>
            <a:ext cx="34134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LIVE WORKING PROTOTYPE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Deployment: 3tdairy.vercel.app</a:t>
            </a:r>
            <a:br/>
            <a:r>
              <a:t>Architecture: Next.js 16 + PostgreSQL/Supabase</a:t>
            </a:r>
            <a:br/>
            <a:r>
              <a:t>Security: Zero-Knowledge PII Masking &amp; 2FA OTP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950" b="1">
                <a:solidFill>
                  <a:srgbClr val="0B6B49"/>
                </a:solidFill>
              </a:defRPr>
            </a:pPr>
            <a:r>
              <a:t>SLIDE 2  •  PROBLEM VS SOLUTION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PROPOSED SOLUTION: End-to-End Digital Milk &amp; Payment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20640" cy="283464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TRADITIONAL WORKFLOW (FRAGMENTED &amp; OPAQUE)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Manual paper registers for milk weight and FAT readings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Delay in rate calculation &amp; quality parameter verification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Disconnected weekly/monthly cash ledgers prone to errors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Lack of immediate payment visibility causing farmer mistrust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No audit trail or protection against unauthorized account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234440"/>
            <a:ext cx="5120640" cy="283464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3T INTEGRATED PLATFORM (AUTOMATED &amp; VERIFIABLE)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hardware ingestion: Digital Weighing + Milk Analyzer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Real-time Pricing Engine: Base Price + (FAT x f1) + (SNF x f2)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Instant digital collection receipt &amp; immutable cloud record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payment instruction routing &amp; status tracking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Complete multi-tier visibility: Farmer Passbook + Dairy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000" b="1">
                <a:solidFill>
                  <a:srgbClr val="0B6B49"/>
                </a:solidFill>
              </a:defRPr>
            </a:pPr>
            <a:r>
              <a:t>1. UNIFIED MILK RECORD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Every collection digitally recorded with timestamp, shift, weight, FAT, &amp; SNF.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2519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000" b="1">
                <a:solidFill>
                  <a:srgbClr val="0B6B49"/>
                </a:solidFill>
              </a:defRPr>
            </a:pPr>
            <a:r>
              <a:t>2. TRANSPARENT PRICING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Mathematically verifiable milk rates calculated instantly from quality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000" b="1">
                <a:solidFill>
                  <a:srgbClr val="0B6B49"/>
                </a:solidFill>
              </a:defRPr>
            </a:pPr>
            <a:r>
              <a:t>3. PAYMENT AUTOMATION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Connected payment lifecycle: Pending -&gt; Processing -&gt; Direct Bank/UPI Payout.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2519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000" b="1">
                <a:solidFill>
                  <a:srgbClr val="0B6B49"/>
                </a:solidFill>
              </a:defRPr>
            </a:pPr>
            <a:r>
              <a:t>4. REAL-TIME VISIBILITY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Farmers track passbook on mobile; Dairies monitor procurement &amp; branch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950" b="1">
                <a:solidFill>
                  <a:srgbClr val="0B6B49"/>
                </a:solidFill>
              </a:defRPr>
            </a:pPr>
            <a:r>
              <a:t>SLIDE 3  •  SYSTEM ARCHITECTURE &amp; SECURITY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TECHNICAL APPROACH: Multi-Tier Production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413455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1. INGESTION &amp; HARDWARE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Digital Weighing Scale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RS232/Serial/USB load cell read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Ultrasonic Milk Analyzer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Automated FAT, SNF, Water %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Farmer Identification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QR Code / RFID / Mobile ID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Shift Ingestion Layer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AM / PM automatic shift tagging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13455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2. ENGINE &amp; SECURITY CORE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Dynamic Pricing Engine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Rate = Base + FAT*f1 + SNF*f2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2FA KYC Security Shield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6-Digit Mobile OTP for Bank updates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Zero-Knowledge Masking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Server-side Aadhaar &amp; A/C mask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Cloud Database Engine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PostgreSQL / Supabase with RLS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413455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3. PAYMENTS &amp; INTERFACES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Settlement &amp; Payout API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Automated payout batch generation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Farmer Web Passbook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Real-time ledger &amp; quality charts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Dairy Admin Portal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Branch monitoring, pricing rules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Multi-Channel Alerts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Instant SMS / WhatsApp slips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728655" cy="10972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950" b="1">
                <a:solidFill>
                  <a:srgbClr val="0B6B49"/>
                </a:solidFill>
              </a:defRPr>
            </a:pPr>
            <a:r>
              <a:t>DATA PIPELINE EXECUTION FLOW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Milk Drop  ►  Weight (kg)  ►  FAT / SNF Reading  ►  Rate Engine  ►  Collection Record  ►  Payout Instruction  ►  SMS Alert  ►  Immutable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950" b="1">
                <a:solidFill>
                  <a:srgbClr val="0B6B49"/>
                </a:solidFill>
              </a:defRPr>
            </a:pPr>
            <a:r>
              <a:t>SLIDE 4  •  ROADMAP &amp; RISK MITIGATION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FEASIBILITY &amp; VIABILITY: Phased Execution &amp; Risk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4134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PHASE 1: CURRENT PROTOTYPE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Status: WORKING &amp; DEPLOYED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Next.js 16 Web Dashboard live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Farmer Digital Directory &amp; Passbook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Dynamic Pricing Formula Editor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Supabase cloud sync &amp; persistence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2FA Mobile OTP for KYC security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Zero-Knowledge PII Masking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134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PHASE 2: MVP FIELD PILOT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Status: NEXT 3-6 MONTHS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Serial RS232 connector for EMTs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Direct load cell scale integration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DLT-approved SMS Gateway integration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Pilot in 5 village collection centers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Daily payment reconciliation test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Operator training &amp; feedback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4134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PHASE 3: ENTERPRISE SCALE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Status: COMMERCIAL EXPANSION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Multi-Branch Federation Cloud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Bulk NACH/UPI Payouts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Offline-First Edge synchronization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Cooperative ERP accounting integration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Scale to 100+ Centers / 50k Farmers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AI-driven yield &amp; feed advisories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86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050" b="1">
                <a:solidFill>
                  <a:srgbClr val="064E3B"/>
                </a:solidFill>
              </a:defRPr>
            </a:pPr>
            <a:r>
              <a:t>KEY RISK ANALYSIS &amp; ARCHITECTURAL MITIGATIONS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Rogue Operator Account Theft: 2FA Farmer Mobile OTP required for any Bank/UPI edit + Anti-Syndicate Duplicate Lock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Intermittent Rural Internet: Local edge buffer queue; automatically syncs to Supabase cloud upon reconnection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Quality &amp; Reading Disputes: Threshold validation bounds + immutable timestamped digital slip sent directly to farmer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Data Privacy Compliance: Strict Zero-Knowledge server-side masking (Aadhaar: XXXX-XXXX-1234, Bank: ••••••••5678)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950" b="1">
                <a:solidFill>
                  <a:srgbClr val="0B6B49"/>
                </a:solidFill>
              </a:defRPr>
            </a:pPr>
            <a:r>
              <a:t>SLIDE 5  •  STAKEHOLDER IMPACT &amp; TARGET METRICS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IMPACT &amp; BENEFITS: Value Creation Across the Dairy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413455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FARMER LEVEL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Instant digital receipt on mobile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Verifiable quality-based payout rate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Live payment visibility (no guessing)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Tamper-proof digital passbook history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Formal financial credit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13455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COLLECTION CENTRE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3x faster milk intake per farmer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100% elimination of manual registers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shift summary &amp; dispatch tally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Zero calculation errors &amp; dispute drop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Reduced cash handling &amp; theft risks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413455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DAIRY MANAGEMENT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Real-time milk inflow &amp; quality tracking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Centralized milk pricing formula control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multi-branch settlement audits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Accurate farmer payout reconciliation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Data-driven procurement forecasts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2514600" cy="17373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900" b="1">
                <a:solidFill>
                  <a:srgbClr val="0B6B49"/>
                </a:solidFill>
              </a:defRPr>
            </a:pPr>
            <a:r>
              <a:t>PAYMENT VISIBILITY</a:t>
            </a:r>
          </a:p>
          <a:p>
            <a:pPr>
              <a:defRPr sz="1200" b="1">
                <a:solidFill>
                  <a:srgbClr val="064E3B"/>
                </a:solidFill>
              </a:defRPr>
            </a:pPr>
            <a:r>
              <a:t>Shift End -&gt; Real-Time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Farmers verify rate in &lt;5 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526280"/>
            <a:ext cx="2514600" cy="17373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900" b="1">
                <a:solidFill>
                  <a:srgbClr val="0B6B49"/>
                </a:solidFill>
              </a:defRPr>
            </a:pPr>
            <a:r>
              <a:t>DATA ACCURACY</a:t>
            </a:r>
          </a:p>
          <a:p>
            <a:pPr>
              <a:defRPr sz="1200" b="1">
                <a:solidFill>
                  <a:srgbClr val="064E3B"/>
                </a:solidFill>
              </a:defRPr>
            </a:pPr>
            <a:r>
              <a:t>100% Digital Capture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Zero handwriting discrepancies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26280"/>
            <a:ext cx="2514600" cy="17373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900" b="1">
                <a:solidFill>
                  <a:srgbClr val="0B6B49"/>
                </a:solidFill>
              </a:defRPr>
            </a:pPr>
            <a:r>
              <a:t>FRAUD MITIGATION</a:t>
            </a:r>
          </a:p>
          <a:p>
            <a:pPr>
              <a:defRPr sz="1200" b="1">
                <a:solidFill>
                  <a:srgbClr val="064E3B"/>
                </a:solidFill>
              </a:defRPr>
            </a:pPr>
            <a:r>
              <a:t>2FA OTP Bank Lock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Zero unauthorized account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526280"/>
            <a:ext cx="2514600" cy="17373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900" b="1">
                <a:solidFill>
                  <a:srgbClr val="0B6B49"/>
                </a:solidFill>
              </a:defRPr>
            </a:pPr>
            <a:r>
              <a:t>SCALABILITY</a:t>
            </a:r>
          </a:p>
          <a:p>
            <a:pPr>
              <a:defRPr sz="1200" b="1">
                <a:solidFill>
                  <a:srgbClr val="064E3B"/>
                </a:solidFill>
              </a:defRPr>
            </a:pPr>
            <a:r>
              <a:t>Modular Cloud Design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 to 1,000+ Collection Centers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950" b="1">
                <a:solidFill>
                  <a:srgbClr val="0B6B49"/>
                </a:solidFill>
              </a:defRPr>
            </a:pPr>
            <a:r>
              <a:t>SLIDE 6  •  CREDIBILITY &amp; RESEARCH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t>RESEARCH &amp; REFERENCES: Standards, Regulatory Compliance &amp;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41345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DOMAIN &amp; DAIRY RESEARCH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NDDB Guidelines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Village Milk Procurement &amp; Two-Axis Pricing Formula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FSSAI Standards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Milk Quality, FAT/SNF specifications for Cow &amp; Buffalo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Dairy Cooperative Studies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Procurement cycle analysis &amp; farmer payment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1345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FINTECH &amp; CYBERSECURITY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RBI Digital Guidelines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Payment Intermediaries &amp; Payout Settlement Norms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NPCI UPI 2.0 Payouts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Direct Account Verification &amp; Instant Settlement API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UIDAI Masking Rules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Zero-Knowledge Server-side Aadhaar/Bank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41345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TECHNICAL DOCUMENTATION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Next.js 16 &amp; React 19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High-performance Server Components &amp; Edge Execution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PostgreSQL / Supabase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Row Level Security (RLS) &amp; Multi-Tenant DB Schema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Web Serial API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   W3C Hardware Interface Standard for Weighing &amp; EMT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728655" cy="15544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28600"/>
          <a:lstStyle/>
          <a:p>
            <a:pPr algn="ctr">
              <a:defRPr sz="1100" b="1">
                <a:solidFill>
                  <a:srgbClr val="0B6B49"/>
                </a:solidFill>
              </a:defRPr>
            </a:pPr>
            <a:r>
              <a:t>PROTOTYPE DEMONSTRATION &amp; REPOSITORY LINKS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Live Web Application: https://3tdairy.vercel.app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• GitHub Source Repository: https://github.com/sandeshk0019-spec/3tdairy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• Live Features: Farmer Passbook, Center Intake, Dynamic Pricing Formula Engine, 2FA OTP Security, Supabase Cloud Persistence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
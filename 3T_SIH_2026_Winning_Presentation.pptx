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34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93570A-9BAE-4969-8A7D-D0ACF879F6BB}" v="20" dt="2026-09-30T06:28:27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shk0019@outlook.com" userId="aadd79a34a17da2d" providerId="LiveId" clId="{696ADCF1-F006-4308-BE7F-761C2A125153}"/>
    <pc:docChg chg="undo custSel modSld modMainMaster">
      <pc:chgData name="sandeshk0019@outlook.com" userId="aadd79a34a17da2d" providerId="LiveId" clId="{696ADCF1-F006-4308-BE7F-761C2A125153}" dt="2026-09-30T06:28:27.804" v="77"/>
      <pc:docMkLst>
        <pc:docMk/>
      </pc:docMkLst>
      <pc:sldChg chg="modSp">
        <pc:chgData name="sandeshk0019@outlook.com" userId="aadd79a34a17da2d" providerId="LiveId" clId="{696ADCF1-F006-4308-BE7F-761C2A125153}" dt="2026-09-30T06:28:27.804" v="77"/>
        <pc:sldMkLst>
          <pc:docMk/>
          <pc:sldMk cId="0" sldId="281"/>
        </pc:sldMkLst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0" sldId="281"/>
            <ac:spMk id="6" creationId="{00000000-0000-0000-0000-000000000000}"/>
          </ac:spMkLst>
        </pc:spChg>
      </pc:sldChg>
      <pc:sldChg chg="modSp">
        <pc:chgData name="sandeshk0019@outlook.com" userId="aadd79a34a17da2d" providerId="LiveId" clId="{696ADCF1-F006-4308-BE7F-761C2A125153}" dt="2026-09-30T06:28:27.804" v="77"/>
        <pc:sldMkLst>
          <pc:docMk/>
          <pc:sldMk cId="0" sldId="290"/>
        </pc:sldMkLst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0" sldId="290"/>
            <ac:spMk id="6" creationId="{00000000-0000-0000-0000-000000000000}"/>
          </ac:spMkLst>
        </pc:spChg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0" sldId="290"/>
            <ac:spMk id="17409" creationId="{00000000-0000-0000-0000-000000000000}"/>
          </ac:spMkLst>
        </pc:spChg>
      </pc:sldChg>
      <pc:sldChg chg="addSp delSp modSp mod delDesignElem">
        <pc:chgData name="sandeshk0019@outlook.com" userId="aadd79a34a17da2d" providerId="LiveId" clId="{696ADCF1-F006-4308-BE7F-761C2A125153}" dt="2026-09-30T06:28:10.742" v="70"/>
        <pc:sldMkLst>
          <pc:docMk/>
          <pc:sldMk cId="0" sldId="291"/>
        </pc:sldMkLst>
        <pc:spChg chg="add del mod">
          <ac:chgData name="sandeshk0019@outlook.com" userId="aadd79a34a17da2d" providerId="LiveId" clId="{696ADCF1-F006-4308-BE7F-761C2A125153}" dt="2026-09-30T06:27:22.841" v="66" actId="478"/>
          <ac:spMkLst>
            <pc:docMk/>
            <pc:sldMk cId="0" sldId="291"/>
            <ac:spMk id="8" creationId="{00000000-0000-0000-0000-000000000000}"/>
          </ac:spMkLst>
        </pc:spChg>
        <pc:spChg chg="del">
          <ac:chgData name="sandeshk0019@outlook.com" userId="aadd79a34a17da2d" providerId="LiveId" clId="{696ADCF1-F006-4308-BE7F-761C2A125153}" dt="2026-09-30T06:28:10.742" v="70"/>
          <ac:spMkLst>
            <pc:docMk/>
            <pc:sldMk cId="0" sldId="291"/>
            <ac:spMk id="36" creationId="{3E443FD7-A66B-4AA0-872D-B088B9BC5F17}"/>
          </ac:spMkLst>
        </pc:spChg>
        <pc:spChg chg="del">
          <ac:chgData name="sandeshk0019@outlook.com" userId="aadd79a34a17da2d" providerId="LiveId" clId="{696ADCF1-F006-4308-BE7F-761C2A125153}" dt="2026-09-30T06:28:10.742" v="70"/>
          <ac:spMkLst>
            <pc:docMk/>
            <pc:sldMk cId="0" sldId="291"/>
            <ac:spMk id="37" creationId="{C04BE0EF-3561-49B4-9A29-F283168A91C7}"/>
          </ac:spMkLst>
        </pc:spChg>
        <pc:grpChg chg="add del mod">
          <ac:chgData name="sandeshk0019@outlook.com" userId="aadd79a34a17da2d" providerId="LiveId" clId="{696ADCF1-F006-4308-BE7F-761C2A125153}" dt="2026-09-30T06:26:23.433" v="58"/>
          <ac:grpSpMkLst>
            <pc:docMk/>
            <pc:sldMk cId="0" sldId="291"/>
            <ac:grpSpMk id="11" creationId="{AFEF71DC-E6F3-A772-A1CB-2E972D3C64EF}"/>
          </ac:grpSpMkLst>
        </pc:grpChg>
        <pc:grpChg chg="add del mod">
          <ac:chgData name="sandeshk0019@outlook.com" userId="aadd79a34a17da2d" providerId="LiveId" clId="{696ADCF1-F006-4308-BE7F-761C2A125153}" dt="2026-09-30T06:26:23.405" v="56"/>
          <ac:grpSpMkLst>
            <pc:docMk/>
            <pc:sldMk cId="0" sldId="291"/>
            <ac:grpSpMk id="13" creationId="{A870771A-D633-266C-77D3-49FB11A4B764}"/>
          </ac:grpSpMkLst>
        </pc:grpChg>
        <pc:grpChg chg="add del mod">
          <ac:chgData name="sandeshk0019@outlook.com" userId="aadd79a34a17da2d" providerId="LiveId" clId="{696ADCF1-F006-4308-BE7F-761C2A125153}" dt="2026-09-30T06:26:23.193" v="48"/>
          <ac:grpSpMkLst>
            <pc:docMk/>
            <pc:sldMk cId="0" sldId="291"/>
            <ac:grpSpMk id="15" creationId="{CBB220A0-7CB4-5B1C-7E30-3BCB96FC251B}"/>
          </ac:grpSpMkLst>
        </pc:grpChg>
        <pc:grpChg chg="add del mod">
          <ac:chgData name="sandeshk0019@outlook.com" userId="aadd79a34a17da2d" providerId="LiveId" clId="{696ADCF1-F006-4308-BE7F-761C2A125153}" dt="2026-09-30T06:26:23.133" v="45"/>
          <ac:grpSpMkLst>
            <pc:docMk/>
            <pc:sldMk cId="0" sldId="291"/>
            <ac:grpSpMk id="18" creationId="{E94E1661-ADBE-B97F-0874-C7657B17D230}"/>
          </ac:grpSpMkLst>
        </pc:grpChg>
        <pc:grpChg chg="add del mod">
          <ac:chgData name="sandeshk0019@outlook.com" userId="aadd79a34a17da2d" providerId="LiveId" clId="{696ADCF1-F006-4308-BE7F-761C2A125153}" dt="2026-09-30T06:26:23.103" v="43"/>
          <ac:grpSpMkLst>
            <pc:docMk/>
            <pc:sldMk cId="0" sldId="291"/>
            <ac:grpSpMk id="20" creationId="{EE6B7741-A289-0F9D-9B53-C997798455B4}"/>
          </ac:grpSpMkLst>
        </pc:grpChg>
        <pc:grpChg chg="mod">
          <ac:chgData name="sandeshk0019@outlook.com" userId="aadd79a34a17da2d" providerId="LiveId" clId="{696ADCF1-F006-4308-BE7F-761C2A125153}" dt="2026-09-30T06:26:22.857" v="34"/>
          <ac:grpSpMkLst>
            <pc:docMk/>
            <pc:sldMk cId="0" sldId="291"/>
            <ac:grpSpMk id="29" creationId="{3AE19E17-F928-5DE0-2D40-5348A6990292}"/>
          </ac:grpSpMkLst>
        </pc:grpChg>
        <pc:picChg chg="del">
          <ac:chgData name="sandeshk0019@outlook.com" userId="aadd79a34a17da2d" providerId="LiveId" clId="{696ADCF1-F006-4308-BE7F-761C2A125153}" dt="2026-09-30T06:21:29.480" v="2" actId="478"/>
          <ac:picMkLst>
            <pc:docMk/>
            <pc:sldMk cId="0" sldId="291"/>
            <ac:picMk id="2" creationId="{00000000-0000-0000-0000-000000000000}"/>
          </ac:picMkLst>
        </pc:picChg>
        <pc:picChg chg="del">
          <ac:chgData name="sandeshk0019@outlook.com" userId="aadd79a34a17da2d" providerId="LiveId" clId="{696ADCF1-F006-4308-BE7F-761C2A125153}" dt="2026-09-30T06:21:31.862" v="3" actId="478"/>
          <ac:picMkLst>
            <pc:docMk/>
            <pc:sldMk cId="0" sldId="291"/>
            <ac:picMk id="5" creationId="{9120848B-B2B4-45BE-A961-AEC0B06CF41B}"/>
          </ac:picMkLst>
        </pc:picChg>
        <pc:inkChg chg="add del mod">
          <ac:chgData name="sandeshk0019@outlook.com" userId="aadd79a34a17da2d" providerId="LiveId" clId="{696ADCF1-F006-4308-BE7F-761C2A125153}" dt="2026-09-30T06:27:38.420" v="68" actId="478"/>
          <ac:inkMkLst>
            <pc:docMk/>
            <pc:sldMk cId="0" sldId="291"/>
            <ac:inkMk id="3" creationId="{070A1AB8-1F06-949D-8F17-980B1E332056}"/>
          </ac:inkMkLst>
        </pc:inkChg>
        <pc:inkChg chg="add">
          <ac:chgData name="sandeshk0019@outlook.com" userId="aadd79a34a17da2d" providerId="LiveId" clId="{696ADCF1-F006-4308-BE7F-761C2A125153}" dt="2026-09-30T06:23:12.129" v="5" actId="9405"/>
          <ac:inkMkLst>
            <pc:docMk/>
            <pc:sldMk cId="0" sldId="291"/>
            <ac:inkMk id="6" creationId="{01843F43-002C-217B-A6AD-81F29F2C740A}"/>
          </ac:inkMkLst>
        </pc:inkChg>
        <pc:inkChg chg="add del mod">
          <ac:chgData name="sandeshk0019@outlook.com" userId="aadd79a34a17da2d" providerId="LiveId" clId="{696ADCF1-F006-4308-BE7F-761C2A125153}" dt="2026-09-30T06:26:23.466" v="59" actId="9405"/>
          <ac:inkMkLst>
            <pc:docMk/>
            <pc:sldMk cId="0" sldId="291"/>
            <ac:inkMk id="7" creationId="{1D78E5C9-8631-F601-4C02-AA9CF98EC752}"/>
          </ac:inkMkLst>
        </pc:inkChg>
        <pc:inkChg chg="add del mod">
          <ac:chgData name="sandeshk0019@outlook.com" userId="aadd79a34a17da2d" providerId="LiveId" clId="{696ADCF1-F006-4308-BE7F-761C2A125153}" dt="2026-09-30T06:26:23.433" v="58"/>
          <ac:inkMkLst>
            <pc:docMk/>
            <pc:sldMk cId="0" sldId="291"/>
            <ac:inkMk id="9" creationId="{9B79DDCD-6A9E-D035-61A8-81BBBB7B86E3}"/>
          </ac:inkMkLst>
        </pc:inkChg>
        <pc:inkChg chg="add del mod">
          <ac:chgData name="sandeshk0019@outlook.com" userId="aadd79a34a17da2d" providerId="LiveId" clId="{696ADCF1-F006-4308-BE7F-761C2A125153}" dt="2026-09-30T06:26:23.405" v="56"/>
          <ac:inkMkLst>
            <pc:docMk/>
            <pc:sldMk cId="0" sldId="291"/>
            <ac:inkMk id="12" creationId="{91A621BE-0497-0534-DA38-635AC0CFA640}"/>
          </ac:inkMkLst>
        </pc:inkChg>
        <pc:inkChg chg="add del mod">
          <ac:chgData name="sandeshk0019@outlook.com" userId="aadd79a34a17da2d" providerId="LiveId" clId="{696ADCF1-F006-4308-BE7F-761C2A125153}" dt="2026-09-30T06:26:23.193" v="48"/>
          <ac:inkMkLst>
            <pc:docMk/>
            <pc:sldMk cId="0" sldId="291"/>
            <ac:inkMk id="14" creationId="{B5F42C22-2ABD-334A-6530-A7E5818A3E7B}"/>
          </ac:inkMkLst>
        </pc:inkChg>
        <pc:inkChg chg="add del">
          <ac:chgData name="sandeshk0019@outlook.com" userId="aadd79a34a17da2d" providerId="LiveId" clId="{696ADCF1-F006-4308-BE7F-761C2A125153}" dt="2026-09-30T06:26:23.165" v="46" actId="9405"/>
          <ac:inkMkLst>
            <pc:docMk/>
            <pc:sldMk cId="0" sldId="291"/>
            <ac:inkMk id="16" creationId="{59559500-D496-A0DD-0744-BED1FC654396}"/>
          </ac:inkMkLst>
        </pc:inkChg>
        <pc:inkChg chg="add del mod">
          <ac:chgData name="sandeshk0019@outlook.com" userId="aadd79a34a17da2d" providerId="LiveId" clId="{696ADCF1-F006-4308-BE7F-761C2A125153}" dt="2026-09-30T06:26:23.133" v="45"/>
          <ac:inkMkLst>
            <pc:docMk/>
            <pc:sldMk cId="0" sldId="291"/>
            <ac:inkMk id="17" creationId="{486E9AB2-B561-CED6-4766-50FF9B3FD8F7}"/>
          </ac:inkMkLst>
        </pc:inkChg>
        <pc:inkChg chg="add del mod">
          <ac:chgData name="sandeshk0019@outlook.com" userId="aadd79a34a17da2d" providerId="LiveId" clId="{696ADCF1-F006-4308-BE7F-761C2A125153}" dt="2026-09-30T06:26:23.103" v="43"/>
          <ac:inkMkLst>
            <pc:docMk/>
            <pc:sldMk cId="0" sldId="291"/>
            <ac:inkMk id="19" creationId="{6CCE0140-D4D9-AC37-22CF-691FE4D596D3}"/>
          </ac:inkMkLst>
        </pc:inkChg>
        <pc:inkChg chg="add del">
          <ac:chgData name="sandeshk0019@outlook.com" userId="aadd79a34a17da2d" providerId="LiveId" clId="{696ADCF1-F006-4308-BE7F-761C2A125153}" dt="2026-09-30T06:26:23.074" v="41" actId="9405"/>
          <ac:inkMkLst>
            <pc:docMk/>
            <pc:sldMk cId="0" sldId="291"/>
            <ac:inkMk id="21" creationId="{60D2755D-8665-FBAA-BEBB-329303B12C5D}"/>
          </ac:inkMkLst>
        </pc:inkChg>
        <pc:inkChg chg="add del">
          <ac:chgData name="sandeshk0019@outlook.com" userId="aadd79a34a17da2d" providerId="LiveId" clId="{696ADCF1-F006-4308-BE7F-761C2A125153}" dt="2026-09-30T06:26:23.042" v="40" actId="9405"/>
          <ac:inkMkLst>
            <pc:docMk/>
            <pc:sldMk cId="0" sldId="291"/>
            <ac:inkMk id="22" creationId="{19519BB1-624D-B34A-E57F-E21747B6C8C6}"/>
          </ac:inkMkLst>
        </pc:inkChg>
        <pc:inkChg chg="add del">
          <ac:chgData name="sandeshk0019@outlook.com" userId="aadd79a34a17da2d" providerId="LiveId" clId="{696ADCF1-F006-4308-BE7F-761C2A125153}" dt="2026-09-30T06:26:23.003" v="39" actId="9405"/>
          <ac:inkMkLst>
            <pc:docMk/>
            <pc:sldMk cId="0" sldId="291"/>
            <ac:inkMk id="23" creationId="{E4F57C69-4F64-7272-EE8C-4B2753B17E0B}"/>
          </ac:inkMkLst>
        </pc:inkChg>
        <pc:inkChg chg="add del">
          <ac:chgData name="sandeshk0019@outlook.com" userId="aadd79a34a17da2d" providerId="LiveId" clId="{696ADCF1-F006-4308-BE7F-761C2A125153}" dt="2026-09-30T06:26:22.971" v="38" actId="9405"/>
          <ac:inkMkLst>
            <pc:docMk/>
            <pc:sldMk cId="0" sldId="291"/>
            <ac:inkMk id="24" creationId="{B35FEB8E-EB24-DA73-114B-333FA404E103}"/>
          </ac:inkMkLst>
        </pc:inkChg>
        <pc:inkChg chg="add del">
          <ac:chgData name="sandeshk0019@outlook.com" userId="aadd79a34a17da2d" providerId="LiveId" clId="{696ADCF1-F006-4308-BE7F-761C2A125153}" dt="2026-09-30T06:26:22.942" v="37" actId="9405"/>
          <ac:inkMkLst>
            <pc:docMk/>
            <pc:sldMk cId="0" sldId="291"/>
            <ac:inkMk id="25" creationId="{5CFEE61B-A4E9-5175-7CF0-774F79A26DA0}"/>
          </ac:inkMkLst>
        </pc:inkChg>
        <pc:inkChg chg="add del">
          <ac:chgData name="sandeshk0019@outlook.com" userId="aadd79a34a17da2d" providerId="LiveId" clId="{696ADCF1-F006-4308-BE7F-761C2A125153}" dt="2026-09-30T06:26:22.917" v="36" actId="9405"/>
          <ac:inkMkLst>
            <pc:docMk/>
            <pc:sldMk cId="0" sldId="291"/>
            <ac:inkMk id="26" creationId="{072F1914-662F-8469-D93F-0B47832B5DAE}"/>
          </ac:inkMkLst>
        </pc:inkChg>
        <pc:inkChg chg="add del">
          <ac:chgData name="sandeshk0019@outlook.com" userId="aadd79a34a17da2d" providerId="LiveId" clId="{696ADCF1-F006-4308-BE7F-761C2A125153}" dt="2026-09-30T06:26:22.883" v="35" actId="9405"/>
          <ac:inkMkLst>
            <pc:docMk/>
            <pc:sldMk cId="0" sldId="291"/>
            <ac:inkMk id="27" creationId="{50B85F06-09AD-C8A1-E925-6C8348DABAA9}"/>
          </ac:inkMkLst>
        </pc:inkChg>
        <pc:inkChg chg="add del mod">
          <ac:chgData name="sandeshk0019@outlook.com" userId="aadd79a34a17da2d" providerId="LiveId" clId="{696ADCF1-F006-4308-BE7F-761C2A125153}" dt="2026-09-30T06:26:22.857" v="34"/>
          <ac:inkMkLst>
            <pc:docMk/>
            <pc:sldMk cId="0" sldId="291"/>
            <ac:inkMk id="28" creationId="{7496A20F-57FF-A3A4-93DB-866ED573C072}"/>
          </ac:inkMkLst>
        </pc:inkChg>
        <pc:inkChg chg="add del">
          <ac:chgData name="sandeshk0019@outlook.com" userId="aadd79a34a17da2d" providerId="LiveId" clId="{696ADCF1-F006-4308-BE7F-761C2A125153}" dt="2026-09-30T06:26:22.338" v="32" actId="9405"/>
          <ac:inkMkLst>
            <pc:docMk/>
            <pc:sldMk cId="0" sldId="291"/>
            <ac:inkMk id="30" creationId="{FEA0C498-8B87-C9DB-DFE5-D33CF70761EA}"/>
          </ac:inkMkLst>
        </pc:inkChg>
        <pc:inkChg chg="add del">
          <ac:chgData name="sandeshk0019@outlook.com" userId="aadd79a34a17da2d" providerId="LiveId" clId="{696ADCF1-F006-4308-BE7F-761C2A125153}" dt="2026-09-30T06:26:23.241" v="50" actId="9405"/>
          <ac:inkMkLst>
            <pc:docMk/>
            <pc:sldMk cId="0" sldId="291"/>
            <ac:inkMk id="31" creationId="{08F8F931-2D9A-7DF7-4568-7BA0AC967901}"/>
          </ac:inkMkLst>
        </pc:inkChg>
        <pc:inkChg chg="add del">
          <ac:chgData name="sandeshk0019@outlook.com" userId="aadd79a34a17da2d" providerId="LiveId" clId="{696ADCF1-F006-4308-BE7F-761C2A125153}" dt="2026-09-30T06:26:27.487" v="61" actId="9405"/>
          <ac:inkMkLst>
            <pc:docMk/>
            <pc:sldMk cId="0" sldId="291"/>
            <ac:inkMk id="32" creationId="{2ED3BDAE-7FEE-B0CB-56D1-499CE7744A9C}"/>
          </ac:inkMkLst>
        </pc:inkChg>
      </pc:sldChg>
      <pc:sldChg chg="modSp">
        <pc:chgData name="sandeshk0019@outlook.com" userId="aadd79a34a17da2d" providerId="LiveId" clId="{696ADCF1-F006-4308-BE7F-761C2A125153}" dt="2026-09-30T06:28:27.804" v="77"/>
        <pc:sldMkLst>
          <pc:docMk/>
          <pc:sldMk cId="3753387913" sldId="293"/>
        </pc:sldMkLst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3753387913" sldId="293"/>
            <ac:spMk id="6" creationId="{00000000-0000-0000-0000-000000000000}"/>
          </ac:spMkLst>
        </pc:spChg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3753387913" sldId="293"/>
            <ac:spMk id="17409" creationId="{00000000-0000-0000-0000-000000000000}"/>
          </ac:spMkLst>
        </pc:spChg>
      </pc:sldChg>
      <pc:sldChg chg="modSp">
        <pc:chgData name="sandeshk0019@outlook.com" userId="aadd79a34a17da2d" providerId="LiveId" clId="{696ADCF1-F006-4308-BE7F-761C2A125153}" dt="2026-09-30T06:28:27.804" v="77"/>
        <pc:sldMkLst>
          <pc:docMk/>
          <pc:sldMk cId="2997144140" sldId="294"/>
        </pc:sldMkLst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2997144140" sldId="294"/>
            <ac:spMk id="6" creationId="{00000000-0000-0000-0000-000000000000}"/>
          </ac:spMkLst>
        </pc:spChg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2997144140" sldId="294"/>
            <ac:spMk id="17409" creationId="{00000000-0000-0000-0000-000000000000}"/>
          </ac:spMkLst>
        </pc:spChg>
      </pc:sldChg>
      <pc:sldChg chg="modSp">
        <pc:chgData name="sandeshk0019@outlook.com" userId="aadd79a34a17da2d" providerId="LiveId" clId="{696ADCF1-F006-4308-BE7F-761C2A125153}" dt="2026-09-30T06:28:27.804" v="77"/>
        <pc:sldMkLst>
          <pc:docMk/>
          <pc:sldMk cId="3916788613" sldId="296"/>
        </pc:sldMkLst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3916788613" sldId="296"/>
            <ac:spMk id="6" creationId="{00000000-0000-0000-0000-000000000000}"/>
          </ac:spMkLst>
        </pc:spChg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3916788613" sldId="296"/>
            <ac:spMk id="17409" creationId="{00000000-0000-0000-0000-000000000000}"/>
          </ac:spMkLst>
        </pc:spChg>
      </pc:sldChg>
      <pc:sldChg chg="modSp">
        <pc:chgData name="sandeshk0019@outlook.com" userId="aadd79a34a17da2d" providerId="LiveId" clId="{696ADCF1-F006-4308-BE7F-761C2A125153}" dt="2026-09-30T06:28:27.804" v="77"/>
        <pc:sldMkLst>
          <pc:docMk/>
          <pc:sldMk cId="1588084416" sldId="297"/>
        </pc:sldMkLst>
        <pc:spChg chg="mod">
          <ac:chgData name="sandeshk0019@outlook.com" userId="aadd79a34a17da2d" providerId="LiveId" clId="{696ADCF1-F006-4308-BE7F-761C2A125153}" dt="2026-09-30T06:28:27.804" v="77"/>
          <ac:spMkLst>
            <pc:docMk/>
            <pc:sldMk cId="1588084416" sldId="297"/>
            <ac:spMk id="6" creationId="{00000000-0000-0000-0000-000000000000}"/>
          </ac:spMkLst>
        </pc:spChg>
      </pc:sldChg>
      <pc:sldMasterChg chg="modSldLayout">
        <pc:chgData name="sandeshk0019@outlook.com" userId="aadd79a34a17da2d" providerId="LiveId" clId="{696ADCF1-F006-4308-BE7F-761C2A125153}" dt="2026-09-30T06:28:15.206" v="74"/>
        <pc:sldMasterMkLst>
          <pc:docMk/>
          <pc:sldMasterMk cId="30046697" sldId="2147483774"/>
        </pc:sldMasterMkLst>
        <pc:sldLayoutChg chg="delSp">
          <pc:chgData name="sandeshk0019@outlook.com" userId="aadd79a34a17da2d" providerId="LiveId" clId="{696ADCF1-F006-4308-BE7F-761C2A125153}" dt="2026-09-30T06:28:15.206" v="74"/>
          <pc:sldLayoutMkLst>
            <pc:docMk/>
            <pc:sldMasterMk cId="30046697" sldId="2147483774"/>
            <pc:sldLayoutMk cId="2561102240" sldId="2147483802"/>
          </pc:sldLayoutMkLst>
          <pc:picChg chg="del">
            <ac:chgData name="sandeshk0019@outlook.com" userId="aadd79a34a17da2d" providerId="LiveId" clId="{696ADCF1-F006-4308-BE7F-761C2A125153}" dt="2026-09-30T06:28:15.206" v="74"/>
            <ac:picMkLst>
              <pc:docMk/>
              <pc:sldMasterMk cId="30046697" sldId="2147483774"/>
              <pc:sldLayoutMk cId="2561102240" sldId="2147483802"/>
              <ac:picMk id="10" creationId="{C8E832A1-AE20-595C-6C6A-C6CAD6D72233}"/>
            </ac:picMkLst>
          </pc:pic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06:23:12.1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16948 24575,'51'-54'0,"74"-57"0,88-68-164,74-49-655,1115-810-2972,-935 730 1442,575-281-1,-912 525 3644,262-90-1,-379 150-1088,-8 2-59,0-1 1,1 2 0,-1-1 0,1 1-1,0 0 1,-1 0 0,1 0 0,0 1-1,0 0 1,-1 0 0,12 2 0,-16-1-109,0-1 0,0 1 0,0-1 0,0 1 0,-1 0 0,1-1 1,0 1-1,0 0 0,-1 0 0,1 0 0,0 0 0,-1-1 0,1 1 0,-1 0 1,1 0-1,-1 0 0,1 0 0,-1 0 0,0 0 0,0 0 0,1 0 1,-1 0-1,0 1 0,0-1 0,0 0 0,0 0 0,0 0 0,0 0 1,-1 0-1,1 0 0,0 0 0,-1 1 0,-15 40 670,-8-1-253,-1-1 0,-3-1 0,-35 39 0,48-60-344,-550 610-978,-40-31-1284,-1198 1021-1276,1744-1570 3313,-13 12 879,-116 74 0,182-130-616,1-1 0,-1 0 1,0 0-1,0-1 0,0 1 0,-1-1 0,-10 2 0,16-4-122,0 0 0,1 0 0,-1 0 0,0 0-1,1 0 1,-1 0 0,1 0 0,-1 0 0,0 0-1,1 0 1,-1-1 0,1 1 0,-1 0 0,1 0-1,-1-1 1,0 1 0,1 0 0,-1-1 0,1 1-1,0 0 1,-1-1 0,1 1 0,-1-1 0,1 1-1,0-1 1,-1 1 0,1-1 0,0 1 0,-1-1-1,1 0 1,0 1 0,-1-1 0,1-2 38,0-1 1,0 1-1,0 0 1,1 0-1,-1 0 1,1 0-1,-1 0 1,1 1-1,0-1 1,0 0-1,3-4 1,13-28 425,26-39 1,82-118 346,78-108-761,87-112-878,77-84-182,1251-1398-2949,-1295 1574 2949,-58 81 0,-59 73 0,-56 66 48,-137 92 841,0 1 1,1 0 0,0 1 0,28-8 0,-40 14 120,1-1 0,-1 1 0,0-1 0,0 1-1,0 0 1,0 0 0,1 0 0,-1 0 0,0 1 0,0-1 0,0 1 0,0-1 0,0 1 0,3 0 0,-4 0-4,0 0 0,-1-1 0,1 1 0,0 0 0,0 0 0,0 0 0,0 0 0,-1 0 0,1 0 0,0 0 0,-1 0 0,1 0 0,-1 0 0,1 0 0,-1 0 0,0 0 0,1 0 0,-1 0 0,0 2 0,1 4 68,-2-1 1,1 1-1,-1 0 0,0-1 0,0 1 1,-1-1-1,0 0 0,-3 9 0,-10 19 284,0-1-1,-38 58 1,-58 68 467,-563 660 2011,-59-46-2710,213-209 309,488-522 250,27-27-22,5-14-665,0-1 1,0 0-1,1 0 0,-1 1 1,0-1-1,0 0 1,0 0-1,1 0 1,-1 1-1,0-1 1,0 0-1,1 0 1,-1 0-1,0 0 0,0 1 1,1-1-1,-1 0 1,0 0-1,1 0 1,-1 0-1,0 0 1,0 0-1,1 0 1,-1 0-1,0 0 1,1 0-1,-1 0 0,0 0 1,1 0-1,-1 0 1,37-13 721,42-29-10,101-71 0,-152 94-672,235-162-113,69-64-762,490-382-1257,599-447-2727,-1400 1059 4654,38-29 135,81-45 0,-132 84 80,-1 2 0,1-1-1,0 1 1,15-4 0,-23 7-44,1-1-1,-1 1 0,1 0 1,0 0-1,-1 0 0,1-1 1,-1 1-1,1 0 0,0 0 1,-1 0-1,1 0 1,0 0-1,-1 0 0,1 0 1,0 0-1,-1 1 0,1-1 1,-1 0-1,1 0 1,0 0-1,-1 1 0,1-1 1,-1 0-1,1 1 0,-1-1 1,1 0-1,-1 1 1,1-1-1,-1 1 0,1-1 1,-1 1-1,1-1 0,-1 1 1,0-1-1,1 1 1,-1-1-1,0 1 0,0-1 1,1 1-1,-1 0 0,0-1 1,0 1-1,0-1 1,0 1-1,0 0 0,1-1 1,-1 1-1,0 0 0,-1-1 1,1 1-1,0 0 0,-1 6 104,-1-1 0,0 0 0,0 0 0,0 0 0,-4 5-1,-30 53 766,-83 114 0,92-140-701,-161 220 533,-61 74-949,-1522 1836-4786,1569-1940 4031,-173 184 2110,336-369-108,222-246 947,27-20-1072,77-70-429,1338-1391-4322,-1415 1465 2874,-205 214 960,260-257-980,-197 207 1780,-67 54-731,0 0-1,0 0 0,0 0 0,0 0 0,0 0 1,1 0-1,-1 1 0,0-1 0,0 0 0,1 1 0,-1-1 1,0 1-1,1 0 0,-1-1 0,0 1 0,1 0 1,-1 0-1,1 0 0,-1 0 0,1 0 0,1 0 1,-2 2 5,-1 0 0,0-1 0,0 1 0,0 0 0,0 0 0,0-1 1,-1 1-1,1 0 0,0 0 0,-1-1 0,1 1 0,-1 0 0,0-1 1,1 1-1,-1-1 0,0 1 0,0-1 0,-2 3 0,-29 51 775,-55 72 0,48-73-512,-118 162 599,-1485 1904 83,1541-2001-996,86-102 14,18-20 225,31-34 491,414-433 636,25 31-2864,53-16 1313,36 46-906,-523 383 1081,1 3 1,68-30-1,-106 52 10,2-1-6,1 1 0,0-1 1,0 1-1,-1 0 0,1 0 0,5 0 0,-9 1 11,0 0 0,0 0-1,0 0 1,0 0 0,-1 0-1,1 0 1,0 1 0,0-1-1,0 0 1,-1 1 0,1-1-1,0 1 1,-1-1 0,1 1-1,0-1 1,-1 1 0,1-1-1,0 1 1,-1-1-1,1 1 1,-1 0 0,1-1-1,-1 1 1,0 0 0,1 0-1,-1-1 1,0 1 0,1 0-1,-1 0 1,0 0 0,0-1-1,0 1 1,0 0 0,1 0-1,-1 0 1,-1 0 0,1 0-1,0-1 1,0 1 0,0 0-1,0 0 1,0 0 0,-1 0-1,-4 22 218,-1-1 0,-1-1 0,-1 1 0,-1-1 0,-1-1 0,-14 25 0,7-15-63,-328 547 123,-41-17-335,233-342 35,79-112 1,-370 515-259,435-610 288,-20 32 140,62-67 1250,303-308-1219,-151 143-943,462-431-62,-274 268 831,-355 335-10,6-7 1,52-40 0,-66 60 0,-8 9 0,-8 9 0,0 0 0,0 0 0,-1 0 0,-1-1 0,-1 0 0,-9 11 0,-4 8 0,-585 760 153,484-640-141,-434 498-231,487-568 176,39-43 43,-3-1-1,-61 55 1,83-86 241,25-24 436,553-599-246,-555 604-464,59-61-51,290-279 59,-355 348 24,36-27-25,-39 30 33,0-1 0,0 1 1,0 0-1,0 0 0,0 0 0,0 0 0,0 1 0,0-1 0,1 1 1,-1-1-1,0 1 0,0 0 0,1 0 0,-1 0 0,0 0 0,0 0 1,1 0-1,1 1 0,-3-1 5,-1 1-1,1-1 1,-1 0 0,1 1 0,-1-1 0,1 0-1,-1 1 1,1-1 0,-1 1 0,1-1 0,-1 1-1,0-1 1,1 1 0,-1-1 0,0 1 0,1-1-1,-1 1 1,0-1 0,0 1 0,1-1 0,-1 1-1,0 0 1,0-1 0,0 1 0,0-1 0,0 1-1,0 0 1,0-1 0,0 2 0,-6 20 178,-15 23-190,-2-1 0,-33 48 0,24-39 0,-618 1015-902,515-851 902,124-197-8,16-20 35,9-11 105,269-249 612,-148 130-901,617-532-1023,-745 656 1176,135-105-30,-119 95 36,1 1-1,0 1 1,1 1-1,29-11 1,-53 23 8,0 0-1,1 1 1,-1-1 0,0 1 0,1-1-1,-1 1 1,0 0 0,1-1 0,-1 1-1,0 0 1,1 0 0,-1 0 0,1 0-1,-1 0 1,0 0 0,1 0 0,-1 0 0,0 1-1,1-1 1,-1 0 0,2 2 0,-3-1 10,1-1 1,-1 1-1,0 0 1,0 0-1,1 0 1,-1 0-1,0 0 1,0 0-1,0 0 1,0 0 0,0 0-1,-1-1 1,1 1-1,0 0 1,0 0-1,0 0 1,-1 0-1,1 0 1,-1 0-1,1-1 1,0 1 0,-2 1-1,-5 10 209,0-1 0,-15 17 0,-24 17-229,37-40 0,6-7 0,8-17 0,168-323 0,-127 258 0,-5 10 0,123-248 0,-157 305 0,1 0 0,14-22 0,-14 31 0,-17 29 0,-171 253 0,93-149 0,-374 556 0,298-417 0,75-115 0,85-145 0,1 0 0,0-1 0,0 1 0,0-1 0,0 0 0,-1 0 0,1 0 0,-1 0 0,0 0 0,0 0 0,-4 1 0,7-4 0,0 1 0,0-1 0,0 0 0,-1 0 0,1 0 0,0 0 0,0 0 0,0-1 0,-1 1 0,1 0 0,0 0 0,0 0 0,0 0 0,0 0 0,-1 0 0,1 0 0,0 0 0,0 0 0,0 0 0,0 0 0,-1-1 0,1 1 0,0 0 0,0 0 0,0 0 0,0 0 0,0 0 0,0-1 0,0 1 0,-1 0 0,1 0 0,0 0 0,0-1 0,0 1 0,0 0 0,0 0 0,0 0 0,0 0 0,0-1 0,0 1 0,0 0 0,0 0 0,0 0 0,0-1 0,0 1 0,0 0 0,0 0 0,0 0 0,0-1 0,0 1 0,1 0 0,-1 0 0,0 0 0,0 0 0,0-1 0,0 1 0,0 0 0,0 0 0,0 0 0,1 0 0,2-11 0,0 1 0,1 1 0,0-1 0,0 1 0,1-1 0,1 1 0,8-12 0,14-22 0,256-426-808,163-279-1333,184-426 202,-467 860 1224,211-367-292,-282 515 1074,4 10 2293,-75 137-543,-24 29-685,-11 16-836,-2-1 0,0-1-1,-19 22 1,14-19-245,-316 402-448,138-182-189,-519 653-1774,-43-38 374,738-839 1974,-41 45 567,-3-4 1,-89 68-1,152-130-457,0 0 0,0 0 0,0 0 0,0 0 0,0-1 0,0 1-1,-6 1 1,8-3-75,1 0-1,-1 0 0,1 0 0,-1 0 0,1 0 1,-1 0-1,1 0 0,-1 0 0,0 0 0,1 0 0,-1 0 1,1-1-1,-1 1 0,1 0 0,-1 0 0,1-1 1,0 1-1,-1 0 0,1 0 0,-1-1 0,1 1 0,-1-1 1,0 0 21,1 0 0,-1 0 1,1 0-1,-1 0 0,1-1 0,-1 1 1,1 0-1,0 0 0,0-1 1,-1 1-1,1 0 0,0 0 0,0-3 1,2-7 142,-1 0 0,1 0 1,1 0-1,6-18 0,159-352 401,-1 58-1407,54-77-164,1658-2551-5898,-1527 2475 5291,33 35 2691,-354 409-118,59-47 0,-88 78-898,0-1 1,-1 1 0,1-1-1,1 1 1,-1 0 0,0-1-1,0 1 1,0 0 0,1 0-1,-1 1 1,0-1 0,1 0-1,-1 1 1,1 0 0,-1-1-1,5 1 1,-7 0-53,1 1 0,-1-1 0,1 0 1,-1 1-1,1-1 0,-1 0 0,0 1 1,1-1-1,-1 0 0,1 1 0,-1-1 0,0 1 1,1-1-1,-1 1 0,0-1 0,0 1 0,1-1 1,-1 1-1,0-1 0,0 1 0,0-1 0,0 1 1,1-1-1,-1 1 0,0 1 0,-5 28 597,-10 5-201,0-1 0,-2 0 0,-28 41 0,21-36-179,-103 167 426,-46 66-1084,-41 60 101,-35 54-512,-29 52-164,-953 1480-3070,-43-17 1257,1206-1799 3255,26-38 597,-73 87 0,111-146-915,0 0-1,0 0 1,0-1-1,0 1 0,-1-1 1,0 0-1,0-1 1,0 1-1,0-1 1,-1 0-1,0 0 0,1-1 1,-8 3-1,12-5-101,0 0-1,0 0 0,1 1 1,-1-1-1,0 0 1,0 0-1,0-1 0,0 1 1,1 0-1,-1 0 0,0 0 1,0 0-1,0-1 0,1 1 1,-1 0-1,0-1 1,0 1-1,1-1 0,-1 1 1,0-1-1,1 1 0,-1-1 1,0 1-1,1-1 0,-1 0 1,1 1-1,-1-1 1,0 0-1,1-1 33,-1 0 0,0 0 0,1 0 0,-1 0 1,1-1-1,0 1 0,-1 0 0,1 0 0,0 0 0,1 0 0,-1-3 0,4-13 229,0 0 1,1 0-1,1 1 0,1 0 0,13-25 0,-12 25-135,235-439 1586,27 10-2180,-233 386 470,967-1438-2471,-932 1398 2389,23-33 403,176-189 1,-264 315-299,-1 0 61,0 0 0,1 0-1,0 1 1,0 0 0,0 1 0,1 0-1,-1 0 1,13-6 0,-19 11-102,-1 0 1,1 0-1,-1 0 0,1 0 1,-1-1-1,1 1 0,0 0 1,-1 0-1,1 0 0,-1 0 1,1 0-1,-1 0 0,1 0 1,-1 0-1,1 1 0,-1-1 1,1 0-1,-1 0 0,1 0 1,-1 0-1,1 1 0,-1-1 1,1 0-1,-1 1 0,1-1 1,-1 0-1,0 1 0,1-1 1,-1 0-1,0 1 0,1-1 1,-1 1-1,0-1 0,1 1 1,-1-1-1,0 1 0,0-1 0,0 1 1,1-1-1,-1 1 0,0-1 1,0 1-1,0-1 0,0 1 1,0-1-1,0 1 0,0-1 1,0 1-1,0-1 0,0 2 1,-8 36 526,-18 35-447,-58 114 1,74-166-106,-120 232-162,-46 65-655,-38 62-164,204-362 941,-1254 2161-4831,1049-1832 3890,29-57 0,76-119 304,-140 210-426,228-349 1432,-1 0 1,-54 55 0,73-83-164,0-1-1,0 1 1,0-1 0,-1 0 0,-7 4 0,11-7-147,1 0 0,0 1 1,0-1-1,0 0 0,-1 0 0,1 0 1,0 0-1,0 1 0,-1-1 0,1 0 1,0 0-1,0 0 0,-1 0 0,1 0 1,0 0-1,-1 0 0,1 0 0,0 0 0,0 0 1,-1 0-1,1 0 0,0 0 0,-1 0 1,1 0-1,0 0 0,0 0 0,-1 0 1,1 0-1,0-1 0,0 1 0,-1 0 1,1 0-1,0 0 0,0 0 0,0-1 1,-1 1-1,1 0 0,0 0 0,0 0 1,0-1-1,-1 1 0,1 0 0,0 0 1,0-1-1,0 1 0,0 0 0,0 0 1,0-1-1,0 1 0,0 0 0,0-1 1,0 1-1,-1 0 0,1 0 0,0-1 1,1 1-1,0-8 150,1 0 0,0 1 0,1 0 0,0-1 0,0 1 0,0 0 0,1 1 0,0-1 0,10-12 0,1-2 129,303-432 2562,-139 202-2256,1031-1480-3233,-651 943 1649,-442 626 3026,-104 145-1775,3-10 2591,-32 42-2310,-228 243-367,7-7-220,193-206 37,26-24 0,-2-1 0,0-2 0,-42 31 0,60-47 0,0-1 0,0 0 0,0 1 0,-1-1 0,1 0 0,0 0 0,-1-1 0,1 1 0,0 0 0,-1-1 0,1 1 0,-1-1 0,1 0 0,-1 0 0,1 0 0,-1 0 0,1 0 0,-4-1 0,5 0 0,-1 0 0,1 0 0,-1 0 0,1-1 0,-1 1 0,1 0 0,0-1 0,0 1 0,0-1 0,0 1 0,0-1 0,0 1 0,0-1 0,0 0 0,1 1 0,-1-1 0,1 0 0,-1 0 0,1 0 0,0 1 0,-1-1 0,1 0 0,0 0 0,0 0 0,1-3 0,0-19 0,2 1 0,0 0 0,2 0 0,9-28 0,-12 43 0,143-437-524,28 6-28,80-122 458,-192 447 124,4 3 0,140-180-1,-159 233 903,-46 59-929,0-1 0,0 0 0,1 0 0,-1 0 0,0 0 0,0 0 1,0 0-1,0 1 0,0-1 0,0 0 0,0 0 0,0 0 0,0 0 0,0 0 0,0 0 0,0 0 0,1 0 0,-1 0 0,0 1 0,0-1 1,0 0-1,0 0 0,0 0 0,0 0 0,0 0 0,1 0 0,-1 0 0,0 0 0,0 0 0,0 0 0,0 0 0,0 0 0,0 0 0,1 0 1,-1 0-1,0 0 0,0 0 0,0 0 0,0 0 0,-4 14 1,-1 0 0,0-1 1,-1 1-1,-1-1 0,0 0 1,-10 12-1,-13 24-8,-84 143 4,-69 103-164,-77 106-655,-59 85-164,-1374 1971-3932,1457-2128 3932,48-74 0,-57 57-654,239-305 1612,-7 10 171,-1 0 0,-1-1 0,-1-1 0,0-1 1,-23 16-1,38-29-89,-1 0 1,1 0-1,0-1 1,-1 1 0,1 0-1,-1 0 1,1-1-1,-1 1 1,0-1 0,1 0-1,-1 1 1,0-1-1,1 0 1,-1 0 0,-1 0-1,2-1-23,0 1 0,0-1-1,1 1 1,-1-1 0,1 1-1,-1-1 1,0 0 0,1 1-1,-1-1 1,1 0 0,-1 1 0,1-1-1,0 0 1,-1 0 0,1 1-1,0-1 1,0 0 0,-1 0-1,1 0 1,0 0 0,0 1-1,0-1 1,0 0 0,0 0-1,0 0 1,0 0 0,0 1 0,0-1-1,1 0 1,-1-1 0,3-14 156,1 1 0,1 0 0,0 0 0,1 0 0,0 0 0,1 1 0,1 0 0,9-13 0,3-7 66,98-159 727,68-91-107,71-91-485,64-72-497,2094-2615-5629,-2099 2695 4752,-48 64 0,-49 60 132,-145 162 713,325-323 1917,-367 381-1106,-32 23-661,0 0 0,0-1 0,1 1 1,-1 0-1,0 0 0,0 0 0,1 0 1,-1 0-1,0-1 0,0 1 0,1 0 1,-1 0-1,0 0 0,0 0 1,1 0-1,-1 0 0,0 0 0,0 0 1,1 0-1,-1 0 0,0 0 0,0 0 1,1 0-1,-1 0 0,0 0 1,0 0-1,1 0 0,-1 0 0,0 0 1,0 1-1,1-1 0,-1 0 0,0 0 1,0 0-1,1 0 0,-1 0 0,0 1 1,-7 20 814,-29 36-34,-70 87-1,42-61-411,-162 211 570,-88 118-258,-71 102-725,-2510 3266-6685,2639-3451 5734,56-67 263,-57 64 1216,238-303-351,0 1 408,-2 0-1,-30 28 0,42-47 405,11-13-534,22-28 163,146-179 998,-102 130-1202,170-212 601,87-124-135,68-108-735,647-948-2194,-22-34-375,-339 500 304,-459 687 1169,-50 79 132,47-49 1515,-158 224 319,-56 67-868,-1 1 0,1-1-1,0 0 1,0 1 0,0-1 0,0 1 0,5-3 0,-9 13 389,-13 18 39,-147 216 1094,103-158-1308,-188 271 654,-101 153-109,-87 136-654,-392 586-1608,-784 1190-1920,1244-1846 2325,69-93 0,65-95 22,58-90 230,-34 67 1573,183-319-422,17-27-34,-2-1 1,0 0-1,-13 16 1,36-56 596,167-229 652,-110 160-1304,238-318 597,134-176-330,110-147-653,77-97-764,1103-1423-1725,54 38-810,-1432 1796 2433,-67 94 348,-63 79 634,66-56 1740,-209 229-818,-79 72-926,-1 0 1,1 0-1,0 1 1,0-1-1,0 1 1,0-1 0,0 1-1,0 0 1,0 0-1,1 0 1,-1 0-1,0 0 1,1 0-1,-1 0 1,1 1-1,3-1 1,-5 2-38,-1-1 1,0 1-1,0-1 1,1 1-1,-1 0 1,0-1-1,0 1 1,0-1 0,1 1-1,-1 0 1,0-1-1,0 1 1,0 0-1,0-1 1,0 1-1,0 0 1,-1-1-1,1 1 1,0 0 0,0-1-1,0 1 1,-1-1-1,1 2 1,-16 36 474,-85 131 488,-124 171 0,-135 196-90,-115 178-597,-79 131-1042,-1198 1800-2206,1253-1896 1972,73-107-3,73-105 0,65-100 151,58-91 618,52-79 365,88-130 332,-116 165 1819,163-250-1319,30-42-78,13-22-466,23-45 183,81-133 361,114-185-198,137-227-757,136-234-226,117-200-621,87-154-164,56-117 0,2103-4080-2949,-2299 4262 2949,-91 181 150,-93 191 653,-86 177 333,-72 150 53,-63 126 511,-103 208-483,74-155 992,-107 219-920,-9 19-121,-1 1-1,0-1 0,0 0 1,0 0-1,-1-1 0,-1 1 1,1-1-1,1-17 1,-8 22 306,-6 11 1,-5 9-178,0 1 1,2 0-1,0 1 1,-16 27-1,-6 9 80,-94 137 589,-51 86 0,-55 87 0,-41 74-328,130-204-752,-452 732-1631,22 13-51,-187 433-694,65 29-347,682-1406 2905,-129 298 764,30-3 1370,114-327-2196,-4 13 366,1 1-1,1 0 1,0 0-1,-2 29 1,5-44-323,0 1 0,0-1 0,1 0 0,-1 1 0,0-1 0,0 1 0,1-1 0,-1 1 1,1-1-1,-1 0 0,1 1 0,0-1 0,1 2 0,-2-2-25,1-1 0,-1 1 1,1-1-1,-1 0 0,1 1 0,-1-1 0,1 0 0,0 1 0,-1-1 1,1 0-1,0 0 0,-1 1 0,1-1 0,0 0 0,-1 0 1,1 0-1,0 0 0,-1 0 0,1 0 0,0 0 0,0 0 0,4-2 99,-1 1 0,0-1 0,1 1 0,-1-1-1,0-1 1,0 1 0,6-5 0,169-137 1826,952-928-483,40-256-5225,-946 1031 2986,-157 199 1681,58-115 0,-118 198-657,20-41 714,-27 51-830,1 1 1,-1-1-1,1 1 1,-1-1-1,-1 0 1,1 1 0,-1-1-1,0 0 1,0 1-1,-1-7 1,1 10-115,0-1 0,-1 1 0,0-1 0,1 1 0,-1-1 0,0 1 0,0 0 0,0-1 1,0 1-1,0 0 0,0 0 0,0 0 0,0 0 0,0 0 0,-1 0 0,1 0 0,0 0 0,-1 0 0,1 0 0,-1 1 0,1-1 1,-1 1-1,1-1 0,-1 1 0,1 0 0,-1-1 0,1 1 0,-1 0 0,0 0 0,1 0 0,-3 0 0,-8 1 228,1 0 1,-1 0-1,-14 4 0,11-2-177,-227 46-89,-37 6 0,172-40 0,-140 2 0,230-17 0,0-1 0,-1 0 0,1-1 0,0-1 0,0-1 0,-30-10 0,37 9 0,0 1 0,1-2 0,-1 1 0,1-1 0,0-1 0,1 0 0,-1 0 0,2 0 0,-1-1 0,1 0 0,0-1 0,-8-12 0,3 1 0,1-1 0,1 0 0,1 0 0,-12-44 0,10 16-54,1 0-1,-5-91 0,11 25-354,14-142-1,62-291-573,80-193 0,84-150 0,404-992-894,143 48-178,-456 1162 1072,-52 144 0,-53 138 0,-50 103 0,-87 152 420,143-261 1314,-222 387-358,-1-1 0,-1 1 0,0-1 1,5-20-1,-10 26 98,-5 10 1,-12 16-95,1 0-1,1 2 1,-17 31 0,-2 4-18,-106 179 604,-86 159-43,-102 187-457,-101 187-1181,-92 167-285,-70 137 0,-49 112 0,-685 1358-990,31 23-152,423-832 325,509-1020 817,72-147 186,67-134 723,56-113 260,68-124 430,-105 187 2375,180-344-2008,13-26 20,25-37-40,104-127 518,-40 55-996,151-196 468,111-151-257,112-148-727,89-126-788,66-92-164,188-256-242,1223-1618-2465,-1666 2228 2707,-82 114 0,-71 96 327,25-25 2073,-204 245-1090,-11 13 65,0 1-1,1 0 1,0 1 0,27-19 2805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A33A-7743-3564-E170-41ACDE46F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3EBF6-ABDE-CA5E-6CB2-24A05F722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90938-6F76-43CF-F17D-1A02737B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0296-A29F-85EE-3C43-DFFD503A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53D7E-7E6B-4728-1EC3-1B4682C51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9402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6981-ABE7-7BEF-6F90-1411909F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2E912-2606-5833-C985-0C3BE1882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6A004-6771-8251-2ED6-FF43161F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8A66C-F3CD-17DB-BDAA-49C5ACDD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6251-329E-7005-4881-3E71BA5D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1028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1E5F4-C087-F470-E492-B87F0F94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7100A-1756-7B3C-0E4F-DABA0686D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BEA3E-2BC4-B29D-C4D3-866E747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7797F-2672-2E6E-C3DC-1581CC724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F6D3F-8CD9-1A56-07C9-D12BFFB3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9518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5E71-55B2-3F58-0C92-B39BA0D2D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40121-1005-2AEE-CB50-9F677DAC3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D7891-8757-3117-F422-F492E998B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22E21-BD4F-901D-E7EF-3FCF0BEC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EE444-2BC3-D5D0-9ACA-6D4092B2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E3EE1-21B5-D016-A07B-D7EDEDEA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4575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027F-71D4-7947-1D98-53554BB7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87C7E-5628-DFA3-BCEA-BD17980D5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BE241-1888-4043-B8DF-7DF602FD7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AE210-A36B-3538-E311-D60D5FC79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BC079-692A-81B6-AF93-0C52956F1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448CA-F2F7-A418-E6F1-B3179347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2A28DC-D32C-4583-E942-47082789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32B073-0BC4-3EF8-A749-8FC2B0A9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189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5247-D0EE-9F16-CF8B-5D48712D4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63CABE-DBAA-5665-C6A7-5523D71F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F8844-AD3F-227F-758A-945698FE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384A1-D01F-D852-7E7B-DF487F44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45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28265-B97C-C623-7018-0436FB837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5E454-AE9C-14EA-8B4E-AB9480D4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B7AC2-17EC-F485-6089-774B4910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9095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C761-0BCE-9265-C767-171F40D2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0BC73-4A0F-876A-CC84-81E8DDC1B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3AA23-74AF-72DE-574C-E9F8C2825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0861E-6389-CD5D-ED86-433C459E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A3D9A-76D8-2526-32D3-E72F7D9D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2E28B-8984-531E-6E24-3FB740D8D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170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36CB-EF46-3BEB-A908-03F5D6C40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C185E2-281B-87B8-506C-A208BF6C69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A683B-7375-4384-64D9-4517A365E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7E68C-C545-462C-107E-4A7FEDA51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A21D-CFE9-D9AF-4F43-D01EEE211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00ABE-0B22-3733-EBAA-4C786EDC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0882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2BEE-FFAE-4AF2-D4FB-D6DA37CF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9B037-2D8E-8211-4A7E-2AA4698A4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AEC5-AE29-1DCA-3212-6BCF9DA8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6A3BB-0305-E82C-A167-5D224A23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EA399-B526-8190-0853-802D5FCA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0619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46F9C5-EADB-E581-9C3D-83D58C860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0F61D-B5DB-429A-23E4-FC08FF87F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F7F1-D941-6D7C-B04E-840FC3C6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0DF0-29E5-1135-994E-78CC660A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A393E-4AFF-8E4A-F06C-26A8DF97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1939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2F1C4-1178-199C-5932-CE03000E5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A8D81-6D8A-3640-EC88-8277C4C44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FC209-15EF-5F3A-D9CC-090379ECE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D1681-531C-CE69-DFA7-73ABEB8CF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8FD41-A4FE-C62C-1C0D-B999E21A0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04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000" b="1">
                <a:solidFill>
                  <a:srgbClr val="0F8A5F"/>
                </a:solidFill>
                <a:latin typeface="Arial"/>
              </a:defRPr>
            </a:pPr>
            <a:r>
              <a:rPr dirty="0"/>
              <a:t>3T (Time To Time): Milk Today. Money Today.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sz="1200" b="1" dirty="0">
                <a:solidFill>
                  <a:srgbClr val="0F8A5F"/>
                </a:solidFill>
                <a:latin typeface="Arial"/>
              </a:rPr>
              <a:t>Problem Statement ID: </a:t>
            </a:r>
            <a:r>
              <a:rPr sz="1200" b="0" dirty="0">
                <a:solidFill>
                  <a:srgbClr val="1A1A1A"/>
                </a:solidFill>
                <a:latin typeface="Arial"/>
              </a:rPr>
              <a:t>SIH1620 / </a:t>
            </a:r>
            <a:r>
              <a:rPr sz="1200" b="0" dirty="0" err="1">
                <a:solidFill>
                  <a:srgbClr val="1A1A1A"/>
                </a:solidFill>
                <a:latin typeface="Arial"/>
              </a:rPr>
              <a:t>AgriTech</a:t>
            </a:r>
            <a:r>
              <a:rPr sz="1200" b="0" dirty="0">
                <a:solidFill>
                  <a:srgbClr val="1A1A1A"/>
                </a:solidFill>
                <a:latin typeface="Arial"/>
              </a:rPr>
              <a:t> &amp; FinTech Track
</a:t>
            </a:r>
            <a:endParaRPr lang="en-US" dirty="0"/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F8A5F"/>
                </a:solidFill>
                <a:latin typeface="Arial"/>
              </a:rPr>
              <a:t>Problem Statement Title: </a:t>
            </a:r>
            <a:r>
              <a:rPr sz="1200" b="0" dirty="0">
                <a:solidFill>
                  <a:srgbClr val="1A1A1A"/>
                </a:solidFill>
                <a:latin typeface="Arial"/>
              </a:rPr>
              <a:t>Real-Time Quality-Indexed Dairy Payment &amp; Micro-Fintech Ecosystem
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F8A5F"/>
                </a:solidFill>
                <a:latin typeface="Arial"/>
              </a:rPr>
              <a:t>Theme: </a:t>
            </a:r>
            <a:r>
              <a:rPr sz="1200" b="0" dirty="0">
                <a:solidFill>
                  <a:srgbClr val="1A1A1A"/>
                </a:solidFill>
                <a:latin typeface="Arial"/>
              </a:rPr>
              <a:t>Smart Agriculture / Rural Financial Inclusion
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F8A5F"/>
                </a:solidFill>
                <a:latin typeface="Arial"/>
              </a:rPr>
              <a:t>PS Category: </a:t>
            </a:r>
            <a:r>
              <a:rPr sz="1200" b="0" dirty="0">
                <a:solidFill>
                  <a:srgbClr val="1A1A1A"/>
                </a:solidFill>
                <a:latin typeface="Arial"/>
              </a:rPr>
              <a:t>Software / FinTech / </a:t>
            </a:r>
            <a:r>
              <a:rPr sz="1200" b="0" dirty="0" err="1">
                <a:solidFill>
                  <a:srgbClr val="1A1A1A"/>
                </a:solidFill>
                <a:latin typeface="Arial"/>
              </a:rPr>
              <a:t>AgriTech</a:t>
            </a:r>
            <a:r>
              <a:rPr sz="1200" b="0" dirty="0">
                <a:solidFill>
                  <a:srgbClr val="1A1A1A"/>
                </a:solidFill>
                <a:latin typeface="Arial"/>
              </a:rPr>
              <a:t>
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F8A5F"/>
                </a:solidFill>
                <a:latin typeface="Arial"/>
              </a:rPr>
              <a:t>Team Name: </a:t>
            </a:r>
            <a:r>
              <a:rPr sz="1200" b="0" dirty="0">
                <a:solidFill>
                  <a:srgbClr val="1A1A1A"/>
                </a:solidFill>
                <a:latin typeface="Arial"/>
              </a:rPr>
              <a:t>Team 3T Innovators
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F8A5F"/>
                </a:solidFill>
                <a:latin typeface="Arial"/>
              </a:rPr>
              <a:t>Team Leader: </a:t>
            </a:r>
            <a:r>
              <a:rPr sz="1200" b="0" dirty="0">
                <a:solidFill>
                  <a:srgbClr val="1A1A1A"/>
                </a:solidFill>
                <a:latin typeface="Arial"/>
              </a:rPr>
              <a:t>Sandesh Kadam
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F8A5F"/>
                </a:solidFill>
                <a:latin typeface="Arial"/>
              </a:rPr>
              <a:t>Core Mission: </a:t>
            </a:r>
            <a:r>
              <a:rPr sz="1200" b="0" dirty="0">
                <a:solidFill>
                  <a:srgbClr val="1A1A1A"/>
                </a:solidFill>
                <a:latin typeface="Arial"/>
              </a:rPr>
              <a:t>Sub-2-Second Bank Payouts &amp; 100% Quality Transparency for 80M+ Dairy Farmers
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843F43-002C-217B-A6AD-81F29F2C740A}"/>
                  </a:ext>
                </a:extLst>
              </p14:cNvPr>
              <p14:cNvContentPartPr/>
              <p14:nvPr/>
            </p14:nvContentPartPr>
            <p14:xfrm>
              <a:off x="7491890" y="-634417"/>
              <a:ext cx="4627440" cy="7474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843F43-002C-217B-A6AD-81F29F2C74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29250" y="-697417"/>
                <a:ext cx="4753080" cy="760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200" b="1">
                <a:solidFill>
                  <a:srgbClr val="0F8A5F"/>
                </a:solidFill>
                <a:latin typeface="Arial"/>
              </a:defRPr>
            </a:pPr>
            <a:r>
              <a:t>PROPOSED SOLUTION: PHYSICAL MACHINES &amp; 3T TERMINAL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hardware_machines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11091672" cy="3017520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4389120"/>
            <a:ext cx="3474720" cy="1645920"/>
          </a:xfrm>
          <a:prstGeom prst="roundRect">
            <a:avLst/>
          </a:prstGeom>
          <a:solidFill>
            <a:srgbClr val="F5FAF7"/>
          </a:solidFill>
          <a:ln w="15240">
            <a:solidFill>
              <a:srgbClr val="BE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F8A5F"/>
                </a:solidFill>
                <a:latin typeface="Arial"/>
              </a:defRPr>
            </a:pPr>
            <a:r>
              <a:t>1. Hardware-to-Edge Bridge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Universal Compatibility: </a:t>
            </a:r>
            <a:r>
              <a:rPr sz="900" b="0">
                <a:solidFill>
                  <a:srgbClr val="5A5A5A"/>
                </a:solidFill>
                <a:latin typeface="Arial"/>
              </a:rPr>
              <a:t>Ingests RS-232 serial data from Essae/Avery scales and Lactoscan analyzers.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Zero Latency Sync: </a:t>
            </a:r>
            <a:r>
              <a:rPr sz="900" b="0">
                <a:solidFill>
                  <a:srgbClr val="5A5A5A"/>
                </a:solidFill>
                <a:latin typeface="Arial"/>
              </a:rPr>
              <a:t>Web Serial API directly streams weight and FAT% into 3T with sub-second accuracy.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352544" y="4389120"/>
            <a:ext cx="3474720" cy="164592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2. Dual-Display Transparency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Farmer-Facing Screen: </a:t>
            </a:r>
            <a:r>
              <a:rPr sz="900" b="0">
                <a:solidFill>
                  <a:srgbClr val="5A5A5A"/>
                </a:solidFill>
                <a:latin typeface="Arial"/>
              </a:rPr>
              <a:t>Displays live weight, FAT%, SNF%, calculated rate, and payout total.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Eliminates Corruption: </a:t>
            </a:r>
            <a:r>
              <a:rPr sz="900" b="0">
                <a:solidFill>
                  <a:srgbClr val="5A5A5A"/>
                </a:solidFill>
                <a:latin typeface="Arial"/>
              </a:rPr>
              <a:t>Destroys manual entry tampering, building 100% farmer trust in the dairy.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165592" y="4389120"/>
            <a:ext cx="3474720" cy="1645920"/>
          </a:xfrm>
          <a:prstGeom prst="roundRect">
            <a:avLst/>
          </a:prstGeom>
          <a:solidFill>
            <a:srgbClr val="FEFAF2"/>
          </a:solidFill>
          <a:ln w="15240">
            <a:solidFill>
              <a:srgbClr val="F0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D98214"/>
                </a:solidFill>
                <a:latin typeface="Arial"/>
              </a:defRPr>
            </a:pPr>
            <a:r>
              <a:t>3. Quality-Indexed Valuation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Dynamic Formula: </a:t>
            </a:r>
            <a:r>
              <a:rPr sz="900" b="0">
                <a:solidFill>
                  <a:srgbClr val="5A5A5A"/>
                </a:solidFill>
                <a:latin typeface="Arial"/>
              </a:rPr>
              <a:t>Rate = Base ₹20 + (FAT × 5.5) + (SNF × 2.0), rewarding clean, high-protein milk.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Adulteration Detector: </a:t>
            </a:r>
            <a:r>
              <a:rPr sz="900" b="0">
                <a:solidFill>
                  <a:srgbClr val="5A5A5A"/>
                </a:solidFill>
                <a:latin typeface="Arial"/>
              </a:rPr>
              <a:t>Real-time SNF screening flags water dilution before payment dispatch.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F8A5F"/>
                </a:solidFill>
                <a:latin typeface="Arial"/>
              </a:defRPr>
            </a:pPr>
            <a:r>
              <a:t>TECHNICAL APPROACH: SUB-2S PAYMENT SETTLEMENT PIPELINE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payment_settlement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" y="1234440"/>
            <a:ext cx="11091672" cy="3017520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4389120"/>
            <a:ext cx="3474720" cy="1645920"/>
          </a:xfrm>
          <a:prstGeom prst="roundRect">
            <a:avLst/>
          </a:prstGeom>
          <a:solidFill>
            <a:srgbClr val="F5FAF7"/>
          </a:solidFill>
          <a:ln w="15240">
            <a:solidFill>
              <a:srgbClr val="BE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F8A5F"/>
                </a:solidFill>
                <a:latin typeface="Arial"/>
              </a:defRPr>
            </a:pPr>
            <a:r>
              <a:t>1. Full-Stack Modern Tech Stack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Frontend &amp; UI: </a:t>
            </a:r>
            <a:r>
              <a:rPr sz="900" b="0">
                <a:solidFill>
                  <a:srgbClr val="5A5A5A"/>
                </a:solidFill>
                <a:latin typeface="Arial"/>
              </a:rPr>
              <a:t>Next.js 16 App Router (Turbopack), React 19, Tailwind CSS, Framer Motion, Recharts.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Backend Core: </a:t>
            </a:r>
            <a:r>
              <a:rPr sz="900" b="0">
                <a:solidFill>
                  <a:srgbClr val="5A5A5A"/>
                </a:solidFill>
                <a:latin typeface="Arial"/>
              </a:rPr>
              <a:t>Node.js, Express, MongoDB, LowDB local persistent fallback database.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52544" y="4389120"/>
            <a:ext cx="3474720" cy="164592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2. Enterprise FinTech Security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Cryptographic Signatures: </a:t>
            </a:r>
            <a:r>
              <a:rPr sz="900" b="0">
                <a:solidFill>
                  <a:srgbClr val="5A5A5A"/>
                </a:solidFill>
                <a:latin typeface="Arial"/>
              </a:rPr>
              <a:t>SHA256 HMAC webhook verification (x-razorpay-signature) ensures authenticity.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Zero Idempotency Loss: </a:t>
            </a:r>
            <a:r>
              <a:rPr sz="900" b="0">
                <a:solidFill>
                  <a:srgbClr val="5A5A5A"/>
                </a:solidFill>
                <a:latin typeface="Arial"/>
              </a:rPr>
              <a:t>Double-entry transaction ledger with automatic UTR reconciliation.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65592" y="4389120"/>
            <a:ext cx="3474720" cy="1645920"/>
          </a:xfrm>
          <a:prstGeom prst="roundRect">
            <a:avLst/>
          </a:prstGeom>
          <a:solidFill>
            <a:srgbClr val="FEFAF2"/>
          </a:solidFill>
          <a:ln w="15240">
            <a:solidFill>
              <a:srgbClr val="F0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D98214"/>
                </a:solidFill>
                <a:latin typeface="Arial"/>
              </a:defRPr>
            </a:pPr>
            <a:r>
              <a:t>3. Offline-First Resilience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Rural 4G Outages: </a:t>
            </a:r>
            <a:r>
              <a:rPr sz="900" b="0">
                <a:solidFill>
                  <a:srgbClr val="5A5A5A"/>
                </a:solidFill>
                <a:latin typeface="Arial"/>
              </a:rPr>
              <a:t>PWA Service Worker + IndexedDB queue stores cryptographically signed batches.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Auto-Sync Engine: </a:t>
            </a:r>
            <a:r>
              <a:rPr sz="900" b="0">
                <a:solidFill>
                  <a:srgbClr val="5A5A5A"/>
                </a:solidFill>
                <a:latin typeface="Arial"/>
              </a:rPr>
              <a:t>Automatically settles queued transactions the second internet reconnects.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F8A5F"/>
                </a:solidFill>
                <a:latin typeface="Arial"/>
              </a:defRPr>
            </a:pPr>
            <a:r>
              <a:t>FEASIBILITY, VIABILITY &amp; RISK MITIGATION MATRIX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325880"/>
            <a:ext cx="5349240" cy="4663440"/>
          </a:xfrm>
          <a:prstGeom prst="roundRect">
            <a:avLst/>
          </a:prstGeom>
          <a:solidFill>
            <a:srgbClr val="F5FAF7"/>
          </a:solidFill>
          <a:ln w="15240">
            <a:solidFill>
              <a:srgbClr val="BE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F8A5F"/>
                </a:solidFill>
                <a:latin typeface="Arial"/>
              </a:defRPr>
            </a:pPr>
            <a:r>
              <a:t>Operational Feasibility &amp; Low-Cost Deployment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Zero Proprietary Hardware Lock-In: </a:t>
            </a:r>
            <a:r>
              <a:rPr sz="900" b="0">
                <a:solidFill>
                  <a:srgbClr val="5A5A5A"/>
                </a:solidFill>
                <a:latin typeface="Arial"/>
              </a:rPr>
              <a:t>Works with existing village scales (Essae, Avery) and milk analyzers (Lactoscan, MasterEco) via standard USB converter.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70% Cheaper than Custom POS: </a:t>
            </a:r>
            <a:r>
              <a:rPr sz="900" b="0">
                <a:solidFill>
                  <a:srgbClr val="5A5A5A"/>
                </a:solidFill>
                <a:latin typeface="Arial"/>
              </a:rPr>
              <a:t>Complete village branch setup costs only ₹12,000–₹16,000 (standard Android tablet + cables) vs ₹60,000+ proprietary kiosks.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Fast 10-Second Village Throughput: </a:t>
            </a:r>
            <a:r>
              <a:rPr sz="900" b="0">
                <a:solidFill>
                  <a:srgbClr val="5A5A5A"/>
                </a:solidFill>
                <a:latin typeface="Arial"/>
              </a:rPr>
              <a:t>Optimized 4-digit farmer ID keyboard entry allows operators to process 150+ farmers during the morning rush.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Sustainable SaaS Economics: </a:t>
            </a:r>
            <a:r>
              <a:rPr sz="900" b="0">
                <a:solidFill>
                  <a:srgbClr val="5A5A5A"/>
                </a:solidFill>
                <a:latin typeface="Arial"/>
              </a:rPr>
              <a:t>Dairies pay ₹499–₹799/month per hub + 0.20% payout fee, recouping full investment in under 45 days via adulteration savings.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217920" y="1325880"/>
            <a:ext cx="5394960" cy="4663440"/>
          </a:xfrm>
          <a:prstGeom prst="roundRect">
            <a:avLst/>
          </a:prstGeom>
          <a:solidFill>
            <a:srgbClr val="FEFAF2"/>
          </a:solidFill>
          <a:ln w="15240">
            <a:solidFill>
              <a:srgbClr val="F0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D98214"/>
                </a:solidFill>
                <a:latin typeface="Arial"/>
              </a:defRPr>
            </a:pPr>
            <a:r>
              <a:t>Risk Analysis &amp; Engineering Mitigation Strategy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Risk 1: Village 4G / WiFi Drops: </a:t>
            </a:r>
            <a:r>
              <a:rPr sz="900" b="0">
                <a:solidFill>
                  <a:srgbClr val="5A5A5A"/>
                </a:solidFill>
                <a:latin typeface="Arial"/>
              </a:rPr>
              <a:t>Mitigation: Local IndexedDB offline queue records collections; auto-triggers UPI disbursements on reconnection.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Risk 2: Milk Dilution &amp; Adulteration: </a:t>
            </a:r>
            <a:r>
              <a:rPr sz="900" b="0">
                <a:solidFill>
                  <a:srgbClr val="5A5A5A"/>
                </a:solidFill>
                <a:latin typeface="Arial"/>
              </a:rPr>
              <a:t>Mitigation: Algorithmic anomaly detector flags batches with SNF &lt; 8.0% or unnatural FAT:SNF deviations before payment.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Risk 3: Payment Gateway Outage: </a:t>
            </a:r>
            <a:r>
              <a:rPr sz="900" b="0">
                <a:solidFill>
                  <a:srgbClr val="5A5A5A"/>
                </a:solidFill>
                <a:latin typeface="Arial"/>
              </a:rPr>
              <a:t>Mitigation: Multi-gateway failover cascading across RazorpayX, Cashfree, and IMPS fallback channels.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Risk 4: Operator Miscalculations: </a:t>
            </a:r>
            <a:r>
              <a:rPr sz="900" b="0">
                <a:solidFill>
                  <a:srgbClr val="5A5A5A"/>
                </a:solidFill>
                <a:latin typeface="Arial"/>
              </a:rPr>
              <a:t>Mitigation: Dual-display customer unit + instant WhatsApp receipt voucher prevents rate tampering.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F8A5F"/>
                </a:solidFill>
                <a:latin typeface="Arial"/>
              </a:defRPr>
            </a:pPr>
            <a:r>
              <a:t>IMPACT, BENEFITS &amp; NATIONAL SCHEME ALIGNMENT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325880"/>
            <a:ext cx="3474720" cy="4663440"/>
          </a:xfrm>
          <a:prstGeom prst="roundRect">
            <a:avLst/>
          </a:prstGeom>
          <a:solidFill>
            <a:srgbClr val="F5FAF7"/>
          </a:solidFill>
          <a:ln w="15240">
            <a:solidFill>
              <a:srgbClr val="BE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F8A5F"/>
                </a:solidFill>
                <a:latin typeface="Arial"/>
              </a:defRPr>
            </a:pPr>
            <a:r>
              <a:t>1. Farmer Socio-Economic Impact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8–12% Net Income Boost: </a:t>
            </a:r>
            <a:r>
              <a:rPr sz="900" b="0">
                <a:solidFill>
                  <a:srgbClr val="5A5A5A"/>
                </a:solidFill>
                <a:latin typeface="Arial"/>
              </a:rPr>
              <a:t>Eliminating predatory moneylender interest (24-36%) and unfair testing deductions increases annual income.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Daily Cashflow Security: </a:t>
            </a:r>
            <a:r>
              <a:rPr sz="900" b="0">
                <a:solidFill>
                  <a:srgbClr val="5A5A5A"/>
                </a:solidFill>
                <a:latin typeface="Arial"/>
              </a:rPr>
              <a:t>Instant liquidity enables daily purchases of nutritious cattle feed, mineral mixtures, and medicines.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Women Empowerment: </a:t>
            </a:r>
            <a:r>
              <a:rPr sz="900" b="0">
                <a:solidFill>
                  <a:srgbClr val="5A5A5A"/>
                </a:solidFill>
                <a:latin typeface="Arial"/>
              </a:rPr>
              <a:t>70%+ of Indian dairy labor is performed by rural women; direct mobile UPI credits ensure funds reach women directly.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52544" y="1325880"/>
            <a:ext cx="3474720" cy="466344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2. Dairy Enterprise Benefits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100% Farmer Retention: </a:t>
            </a:r>
            <a:r>
              <a:rPr sz="900" b="0">
                <a:solidFill>
                  <a:srgbClr val="5A5A5A"/>
                </a:solidFill>
                <a:latin typeface="Arial"/>
              </a:rPr>
              <a:t>Instant payment guarantee gives dairies a decisive competitive edge over private middlemen.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Zero Adulteration Loss: </a:t>
            </a:r>
            <a:r>
              <a:rPr sz="900" b="0">
                <a:solidFill>
                  <a:srgbClr val="5A5A5A"/>
                </a:solidFill>
                <a:latin typeface="Arial"/>
              </a:rPr>
              <a:t>Real-time quality screening protects milk processing yields and end-consumer brand quality.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Automated Reconciliation: </a:t>
            </a:r>
            <a:r>
              <a:rPr sz="900" b="0">
                <a:solidFill>
                  <a:srgbClr val="5A5A5A"/>
                </a:solidFill>
                <a:latin typeface="Arial"/>
              </a:rPr>
              <a:t>Eliminates physical ledger books, cash-handling leakages, and manual accounting delays.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165592" y="1325880"/>
            <a:ext cx="3474720" cy="4663440"/>
          </a:xfrm>
          <a:prstGeom prst="roundRect">
            <a:avLst/>
          </a:prstGeom>
          <a:solidFill>
            <a:srgbClr val="FEFAF2"/>
          </a:solidFill>
          <a:ln w="15240">
            <a:solidFill>
              <a:srgbClr val="F0D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D98214"/>
                </a:solidFill>
                <a:latin typeface="Arial"/>
              </a:defRPr>
            </a:pPr>
            <a:r>
              <a:rPr dirty="0"/>
              <a:t>3. National Scheme Alignment</a:t>
            </a:r>
          </a:p>
          <a:p>
            <a:pPr>
              <a:spcAft>
                <a:spcPts val="200"/>
              </a:spcAft>
            </a:pPr>
            <a:r>
              <a:rPr dirty="0"/>
              <a:t>• </a:t>
            </a:r>
            <a:r>
              <a:rPr sz="900" b="1" dirty="0">
                <a:solidFill>
                  <a:srgbClr val="1A1A1A"/>
                </a:solidFill>
                <a:latin typeface="Arial"/>
              </a:rPr>
              <a:t>Digital India &amp; UPI: </a:t>
            </a:r>
            <a:r>
              <a:rPr sz="900" b="0" dirty="0">
                <a:solidFill>
                  <a:srgbClr val="5A5A5A"/>
                </a:solidFill>
                <a:latin typeface="Arial"/>
              </a:rPr>
              <a:t>Drives formal digital payment adoption into deep rural Tier 3/4 agricultural economies.</a:t>
            </a:r>
          </a:p>
          <a:p>
            <a:pPr>
              <a:spcAft>
                <a:spcPts val="200"/>
              </a:spcAft>
            </a:pPr>
            <a:r>
              <a:rPr dirty="0"/>
              <a:t>• </a:t>
            </a:r>
            <a:r>
              <a:rPr sz="900" b="1" dirty="0">
                <a:solidFill>
                  <a:srgbClr val="1A1A1A"/>
                </a:solidFill>
                <a:latin typeface="Arial"/>
              </a:rPr>
              <a:t>NDDB Clean Milk Mission: </a:t>
            </a:r>
            <a:r>
              <a:rPr sz="900" b="0" dirty="0">
                <a:solidFill>
                  <a:srgbClr val="5A5A5A"/>
                </a:solidFill>
                <a:latin typeface="Arial"/>
              </a:rPr>
              <a:t>Quality-indexed pricing formula rewards high-protein, clean dairy production.</a:t>
            </a:r>
          </a:p>
          <a:p>
            <a:pPr>
              <a:spcAft>
                <a:spcPts val="200"/>
              </a:spcAft>
            </a:pPr>
            <a:r>
              <a:rPr dirty="0"/>
              <a:t>• </a:t>
            </a:r>
            <a:r>
              <a:rPr sz="900" b="1" dirty="0">
                <a:solidFill>
                  <a:srgbClr val="1A1A1A"/>
                </a:solidFill>
                <a:latin typeface="Arial"/>
              </a:rPr>
              <a:t>PM-KISAN &amp; AHIDF: </a:t>
            </a:r>
            <a:r>
              <a:rPr sz="900" b="0" dirty="0">
                <a:solidFill>
                  <a:srgbClr val="5A5A5A"/>
                </a:solidFill>
                <a:latin typeface="Arial"/>
              </a:rPr>
              <a:t>Creates verifiable digital delivery records for formal bank loans and livestock subsidies.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F8A5F"/>
                </a:solidFill>
                <a:latin typeface="Arial"/>
              </a:defRPr>
            </a:pPr>
            <a:r>
              <a:t>COMPETITIVE MATRIX, RESEARCH &amp;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548640" y="1325880"/>
          <a:ext cx="1109167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Evaluation Metrics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Traditional Cooperatives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Generic Dairy Softwares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3T (Time To Time)</a:t>
                      </a:r>
                    </a:p>
                  </a:txBody>
                  <a:tcPr>
                    <a:solidFill>
                      <a:srgbClr val="0F8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</a:defRPr>
                      </a:pPr>
                      <a:r>
                        <a:t>Payment Settlement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15 to 30 Days (Delayed)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3 to 7 Days (Batch)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8A5F"/>
                          </a:solidFill>
                        </a:defRPr>
                      </a:pPr>
                      <a:r>
                        <a:t>&lt; 2 Seconds (Instant Bank UPI)</a:t>
                      </a:r>
                    </a:p>
                  </a:txBody>
                  <a:tcPr>
                    <a:solidFill>
                      <a:srgbClr val="F5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</a:defRPr>
                      </a:pPr>
                      <a:r>
                        <a:t>Quality Transparency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Manual paper receipt /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Operator monitor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8A5F"/>
                          </a:solidFill>
                        </a:defRPr>
                      </a:pPr>
                      <a:r>
                        <a:t>Dual-Monitor Farmer Display</a:t>
                      </a:r>
                    </a:p>
                  </a:txBody>
                  <a:tcPr>
                    <a:solidFill>
                      <a:srgbClr val="F5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</a:defRPr>
                      </a:pPr>
                      <a:r>
                        <a:t>Pricing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Static lookup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Manual table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8A5F"/>
                          </a:solidFill>
                        </a:defRPr>
                      </a:pPr>
                      <a:r>
                        <a:t>Dynamic Formula (FAT+SNF)</a:t>
                      </a:r>
                    </a:p>
                  </a:txBody>
                  <a:tcPr>
                    <a:solidFill>
                      <a:srgbClr val="F5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</a:defRPr>
                      </a:pPr>
                      <a:r>
                        <a:t>Rural Offline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Paper ledger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Fails without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8A5F"/>
                          </a:solidFill>
                        </a:defRPr>
                      </a:pPr>
                      <a:r>
                        <a:t>PWA IndexedDB Auto-Sync</a:t>
                      </a:r>
                    </a:p>
                  </a:txBody>
                  <a:tcPr>
                    <a:solidFill>
                      <a:srgbClr val="F5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</a:defRPr>
                      </a:pPr>
                      <a:r>
                        <a:t>Creditworthiness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None (No credit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Basic invoice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8A5F"/>
                          </a:solidFill>
                        </a:defRPr>
                      </a:pPr>
                      <a:r>
                        <a:t>Kisan Milk Score (300-900)</a:t>
                      </a:r>
                    </a:p>
                  </a:txBody>
                  <a:tcPr>
                    <a:solidFill>
                      <a:srgbClr val="F5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11" name="Rounded Rectangle 17410"/>
          <p:cNvSpPr/>
          <p:nvPr/>
        </p:nvSpPr>
        <p:spPr>
          <a:xfrm>
            <a:off x="548640" y="4480560"/>
            <a:ext cx="11091672" cy="1554480"/>
          </a:xfrm>
          <a:prstGeom prst="roundRect">
            <a:avLst/>
          </a:prstGeom>
          <a:solidFill>
            <a:srgbClr val="F5FAF7"/>
          </a:solidFill>
          <a:ln w="15240">
            <a:solidFill>
              <a:srgbClr val="BE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F8A5F"/>
                </a:solidFill>
                <a:latin typeface="Arial"/>
              </a:defRPr>
            </a:pPr>
            <a:r>
              <a:t>Key Research References &amp; Academic Citations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National Dairy Development Board (NDDB 2024): </a:t>
            </a:r>
            <a:r>
              <a:rPr sz="900" b="0">
                <a:solidFill>
                  <a:srgbClr val="5A5A5A"/>
                </a:solidFill>
                <a:latin typeface="Arial"/>
              </a:rPr>
              <a:t>Study on dairy cooperative settlement friction and smallholder farmer working capital deficits in rural India.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NABARD Rural Financial Inclusion Survey: </a:t>
            </a:r>
            <a:r>
              <a:rPr sz="900" b="0">
                <a:solidFill>
                  <a:srgbClr val="5A5A5A"/>
                </a:solidFill>
                <a:latin typeface="Arial"/>
              </a:rPr>
              <a:t>Empirical evidence showing 64% of dairy farmers rely on high-interest informal moneylenders due to delayed milk payouts.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FSSAI Milk Quality &amp; Adulteration Report: </a:t>
            </a:r>
            <a:r>
              <a:rPr sz="900" b="0">
                <a:solidFill>
                  <a:srgbClr val="5A5A5A"/>
                </a:solidFill>
                <a:latin typeface="Arial"/>
              </a:rPr>
              <a:t>Analysis of SNF dilution patterns and real-time monitoring across collection centers in Maharashtra &amp; Gujarat.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8A5F"/>
                </a:solidFill>
                <a:latin typeface="Arial"/>
              </a:defRPr>
            </a:pPr>
            <a:r>
              <a:t>PROTOTYPE READINESS &amp; 90-SECOND JURY DEMO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325880"/>
            <a:ext cx="5349240" cy="4663440"/>
          </a:xfrm>
          <a:prstGeom prst="roundRect">
            <a:avLst/>
          </a:prstGeom>
          <a:solidFill>
            <a:srgbClr val="F5FAF7"/>
          </a:solidFill>
          <a:ln w="15240">
            <a:solidFill>
              <a:srgbClr val="BE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F8A5F"/>
                </a:solidFill>
                <a:latin typeface="Arial"/>
              </a:defRPr>
            </a:pPr>
            <a:r>
              <a:t>Working Prototype Capabilities (100% Functional)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Live Multi-Branch Portals: </a:t>
            </a:r>
            <a:r>
              <a:rPr sz="900" b="0">
                <a:solidFill>
                  <a:srgbClr val="5A5A5A"/>
                </a:solidFill>
                <a:latin typeface="Arial"/>
              </a:rPr>
              <a:t>Functional branch operator terminals (/branch/B-01 to B-05) with isolated village datasets.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Farmer Portal &amp; AI Mitra: </a:t>
            </a:r>
            <a:r>
              <a:rPr sz="900" b="0">
                <a:solidFill>
                  <a:srgbClr val="5A5A5A"/>
                </a:solidFill>
                <a:latin typeface="Arial"/>
              </a:rPr>
              <a:t>OTP-authenticated farmer profile with real-time passbook and multilingual agritech assistant.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Dual-Display Customer Unit: </a:t>
            </a:r>
            <a:r>
              <a:rPr sz="900" b="0">
                <a:solidFill>
                  <a:srgbClr val="5A5A5A"/>
                </a:solidFill>
                <a:latin typeface="Arial"/>
              </a:rPr>
              <a:t>Dedicated customer transparency screen ready for secondary monitor/tablet demo.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Security &amp; Webhooks Active: </a:t>
            </a:r>
            <a:r>
              <a:rPr sz="900" b="0">
                <a:solidFill>
                  <a:srgbClr val="5A5A5A"/>
                </a:solidFill>
                <a:latin typeface="Arial"/>
              </a:rPr>
              <a:t>HMAC webhook verification, NoSQL injection protection, and rate-limiting active.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25880"/>
            <a:ext cx="5394960" cy="466344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90-Second SIH Jury Presentation Script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Step 1 (The Pour): </a:t>
            </a:r>
            <a:r>
              <a:rPr sz="900" b="0">
                <a:solidFill>
                  <a:srgbClr val="5A5A5A"/>
                </a:solidFill>
                <a:latin typeface="Arial"/>
              </a:rPr>
              <a:t>Agent opens /branch/B-01; selects Farmer Ramesh Kadam; inputs 14.8 L @ 4.5% FAT.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Step 2 (The Dual Display): </a:t>
            </a:r>
            <a:r>
              <a:rPr sz="900" b="0">
                <a:solidFill>
                  <a:srgbClr val="5A5A5A"/>
                </a:solidFill>
                <a:latin typeface="Arial"/>
              </a:rPr>
              <a:t>Farmer watches rate dynamically compute to ₹736.30 on their customer screen.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Step 3 (The Instant Payout): </a:t>
            </a:r>
            <a:r>
              <a:rPr sz="900" b="0">
                <a:solidFill>
                  <a:srgbClr val="5A5A5A"/>
                </a:solidFill>
                <a:latin typeface="Arial"/>
              </a:rPr>
              <a:t>Agent taps 'Verify &amp; Pay'; sub-2-second banking webhook generates official RBI UTR.</a:t>
            </a:r>
          </a:p>
          <a:p>
            <a:pPr>
              <a:spcAft>
                <a:spcPts val="200"/>
              </a:spcAft>
            </a:pPr>
            <a:r>
              <a:t>• </a:t>
            </a:r>
            <a:r>
              <a:rPr sz="900" b="1">
                <a:solidFill>
                  <a:srgbClr val="1A1A1A"/>
                </a:solidFill>
                <a:latin typeface="Arial"/>
              </a:rPr>
              <a:t>Step 4 (The Impact): </a:t>
            </a:r>
            <a:r>
              <a:rPr sz="900" b="0">
                <a:solidFill>
                  <a:srgbClr val="5A5A5A"/>
                </a:solidFill>
                <a:latin typeface="Arial"/>
              </a:rPr>
              <a:t>Shows real-time dashboard volume updates and algorithmic Kisan Credit Score enhancement.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8877</TotalTime>
  <Words>1194</Words>
  <Application>Microsoft Office PowerPoint</Application>
  <PresentationFormat>Widescreen</PresentationFormat>
  <Paragraphs>115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TradeGothic</vt:lpstr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PROPOSED SOLUTION: PHYSICAL MACHINES &amp; 3T TERMINAL</vt:lpstr>
      <vt:lpstr>TECHNICAL APPROACH: SUB-2S PAYMENT SETTLEMENT PIPELINE</vt:lpstr>
      <vt:lpstr>FEASIBILITY, VIABILITY &amp; RISK MITIGATION MATRIX</vt:lpstr>
      <vt:lpstr>IMPACT, BENEFITS &amp; NATIONAL SCHEME ALIGNMENT</vt:lpstr>
      <vt:lpstr>COMPETITIVE MATRIX, RESEARCH &amp;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sandeshk0019@outlook.com</cp:lastModifiedBy>
  <cp:revision>148</cp:revision>
  <dcterms:created xsi:type="dcterms:W3CDTF">2013-12-12T18:46:50Z</dcterms:created>
  <dcterms:modified xsi:type="dcterms:W3CDTF">2026-09-30T06:28:28Z</dcterms:modified>
  <cp:category/>
</cp:coreProperties>
</file>